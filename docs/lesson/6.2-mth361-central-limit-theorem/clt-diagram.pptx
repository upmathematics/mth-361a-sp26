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97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7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4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5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5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8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1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3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0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8158F-3456-4336-955E-B5538021528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1F6D9-88A2-45B9-9CDE-E957CC4DD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8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BDACC6-6B73-B3E6-85DF-33C0D8623773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730071" y="1988499"/>
            <a:ext cx="725555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687473-F878-7216-84F4-0674A9E91EE8}"/>
              </a:ext>
            </a:extLst>
          </p:cNvPr>
          <p:cNvCxnSpPr>
            <a:cxnSpLocks/>
          </p:cNvCxnSpPr>
          <p:nvPr/>
        </p:nvCxnSpPr>
        <p:spPr>
          <a:xfrm>
            <a:off x="4730071" y="3127142"/>
            <a:ext cx="725555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CB52B7-DBF0-0C9F-AB54-BDE26414273F}"/>
              </a:ext>
            </a:extLst>
          </p:cNvPr>
          <p:cNvCxnSpPr>
            <a:cxnSpLocks/>
          </p:cNvCxnSpPr>
          <p:nvPr/>
        </p:nvCxnSpPr>
        <p:spPr>
          <a:xfrm>
            <a:off x="4730071" y="4236130"/>
            <a:ext cx="725555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7B7AF0-94E9-BF2C-084A-ED95404C2F0F}"/>
              </a:ext>
            </a:extLst>
          </p:cNvPr>
          <p:cNvCxnSpPr>
            <a:cxnSpLocks/>
          </p:cNvCxnSpPr>
          <p:nvPr/>
        </p:nvCxnSpPr>
        <p:spPr>
          <a:xfrm>
            <a:off x="4730071" y="5733288"/>
            <a:ext cx="725555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7CD7CA-316E-DBB5-04F8-6DF8249C9EDB}"/>
              </a:ext>
            </a:extLst>
          </p:cNvPr>
          <p:cNvSpPr/>
          <p:nvPr/>
        </p:nvSpPr>
        <p:spPr>
          <a:xfrm>
            <a:off x="722376" y="740664"/>
            <a:ext cx="4007694" cy="5358384"/>
          </a:xfrm>
          <a:prstGeom prst="roundRect">
            <a:avLst>
              <a:gd name="adj" fmla="val 4641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28FD8-A7B8-B17E-14E8-D98B77DB5287}"/>
              </a:ext>
            </a:extLst>
          </p:cNvPr>
          <p:cNvSpPr txBox="1"/>
          <p:nvPr/>
        </p:nvSpPr>
        <p:spPr>
          <a:xfrm>
            <a:off x="887394" y="969265"/>
            <a:ext cx="368722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with some unknown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underlying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32E3DA-EBA0-91AC-9139-1CB7EA213C51}"/>
                  </a:ext>
                </a:extLst>
              </p:cNvPr>
              <p:cNvSpPr txBox="1"/>
              <p:nvPr/>
            </p:nvSpPr>
            <p:spPr>
              <a:xfrm>
                <a:off x="2493358" y="2517721"/>
                <a:ext cx="46006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32E3DA-EBA0-91AC-9139-1CB7EA213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358" y="2517721"/>
                <a:ext cx="46006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3DA7EE-433F-7D8D-F187-10BCC1A4978E}"/>
              </a:ext>
            </a:extLst>
          </p:cNvPr>
          <p:cNvCxnSpPr/>
          <p:nvPr/>
        </p:nvCxnSpPr>
        <p:spPr>
          <a:xfrm>
            <a:off x="923970" y="5687568"/>
            <a:ext cx="3687228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7633F-9911-C77B-2F84-1A818E37B16F}"/>
              </a:ext>
            </a:extLst>
          </p:cNvPr>
          <p:cNvCxnSpPr>
            <a:cxnSpLocks/>
          </p:cNvCxnSpPr>
          <p:nvPr/>
        </p:nvCxnSpPr>
        <p:spPr>
          <a:xfrm flipV="1">
            <a:off x="960546" y="3419856"/>
            <a:ext cx="0" cy="225856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D47DD7-708B-9835-0D30-C868EAF153A9}"/>
              </a:ext>
            </a:extLst>
          </p:cNvPr>
          <p:cNvSpPr/>
          <p:nvPr/>
        </p:nvSpPr>
        <p:spPr>
          <a:xfrm>
            <a:off x="999744" y="3657601"/>
            <a:ext cx="3520440" cy="2002535"/>
          </a:xfrm>
          <a:custGeom>
            <a:avLst/>
            <a:gdLst>
              <a:gd name="csX0" fmla="*/ 0 w 3465576"/>
              <a:gd name="csY0" fmla="*/ 2396642 h 2396642"/>
              <a:gd name="csX1" fmla="*/ 237744 w 3465576"/>
              <a:gd name="csY1" fmla="*/ 2332634 h 2396642"/>
              <a:gd name="csX2" fmla="*/ 484632 w 3465576"/>
              <a:gd name="csY2" fmla="*/ 2012594 h 2396642"/>
              <a:gd name="csX3" fmla="*/ 612648 w 3465576"/>
              <a:gd name="csY3" fmla="*/ 1546250 h 2396642"/>
              <a:gd name="csX4" fmla="*/ 694944 w 3465576"/>
              <a:gd name="csY4" fmla="*/ 1153058 h 2396642"/>
              <a:gd name="csX5" fmla="*/ 786384 w 3465576"/>
              <a:gd name="csY5" fmla="*/ 851306 h 2396642"/>
              <a:gd name="csX6" fmla="*/ 859536 w 3465576"/>
              <a:gd name="csY6" fmla="*/ 686714 h 2396642"/>
              <a:gd name="csX7" fmla="*/ 987552 w 3465576"/>
              <a:gd name="csY7" fmla="*/ 622706 h 2396642"/>
              <a:gd name="csX8" fmla="*/ 1143000 w 3465576"/>
              <a:gd name="csY8" fmla="*/ 759866 h 2396642"/>
              <a:gd name="csX9" fmla="*/ 1325880 w 3465576"/>
              <a:gd name="csY9" fmla="*/ 1079906 h 2396642"/>
              <a:gd name="csX10" fmla="*/ 1408176 w 3465576"/>
              <a:gd name="csY10" fmla="*/ 1189634 h 2396642"/>
              <a:gd name="csX11" fmla="*/ 1609344 w 3465576"/>
              <a:gd name="csY11" fmla="*/ 1189634 h 2396642"/>
              <a:gd name="csX12" fmla="*/ 1810512 w 3465576"/>
              <a:gd name="csY12" fmla="*/ 833018 h 2396642"/>
              <a:gd name="csX13" fmla="*/ 1920240 w 3465576"/>
              <a:gd name="csY13" fmla="*/ 512978 h 2396642"/>
              <a:gd name="csX14" fmla="*/ 2057400 w 3465576"/>
              <a:gd name="csY14" fmla="*/ 256946 h 2396642"/>
              <a:gd name="csX15" fmla="*/ 2258568 w 3465576"/>
              <a:gd name="csY15" fmla="*/ 914 h 2396642"/>
              <a:gd name="csX16" fmla="*/ 2532888 w 3465576"/>
              <a:gd name="csY16" fmla="*/ 192938 h 2396642"/>
              <a:gd name="csX17" fmla="*/ 2697480 w 3465576"/>
              <a:gd name="csY17" fmla="*/ 714146 h 2396642"/>
              <a:gd name="csX18" fmla="*/ 2944368 w 3465576"/>
              <a:gd name="csY18" fmla="*/ 1564538 h 2396642"/>
              <a:gd name="csX19" fmla="*/ 3154680 w 3465576"/>
              <a:gd name="csY19" fmla="*/ 2076602 h 2396642"/>
              <a:gd name="csX20" fmla="*/ 3319272 w 3465576"/>
              <a:gd name="csY20" fmla="*/ 2314346 h 2396642"/>
              <a:gd name="csX21" fmla="*/ 3465576 w 3465576"/>
              <a:gd name="csY21" fmla="*/ 2396642 h 2396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465576" h="2396642">
                <a:moveTo>
                  <a:pt x="0" y="2396642"/>
                </a:moveTo>
                <a:cubicBezTo>
                  <a:pt x="78486" y="2396642"/>
                  <a:pt x="156972" y="2396642"/>
                  <a:pt x="237744" y="2332634"/>
                </a:cubicBezTo>
                <a:cubicBezTo>
                  <a:pt x="318516" y="2268626"/>
                  <a:pt x="422148" y="2143658"/>
                  <a:pt x="484632" y="2012594"/>
                </a:cubicBezTo>
                <a:cubicBezTo>
                  <a:pt x="547116" y="1881530"/>
                  <a:pt x="577596" y="1689506"/>
                  <a:pt x="612648" y="1546250"/>
                </a:cubicBezTo>
                <a:cubicBezTo>
                  <a:pt x="647700" y="1402994"/>
                  <a:pt x="665988" y="1268882"/>
                  <a:pt x="694944" y="1153058"/>
                </a:cubicBezTo>
                <a:cubicBezTo>
                  <a:pt x="723900" y="1037234"/>
                  <a:pt x="758952" y="929030"/>
                  <a:pt x="786384" y="851306"/>
                </a:cubicBezTo>
                <a:cubicBezTo>
                  <a:pt x="813816" y="773582"/>
                  <a:pt x="826008" y="724814"/>
                  <a:pt x="859536" y="686714"/>
                </a:cubicBezTo>
                <a:cubicBezTo>
                  <a:pt x="893064" y="648614"/>
                  <a:pt x="940308" y="610514"/>
                  <a:pt x="987552" y="622706"/>
                </a:cubicBezTo>
                <a:cubicBezTo>
                  <a:pt x="1034796" y="634898"/>
                  <a:pt x="1086612" y="683666"/>
                  <a:pt x="1143000" y="759866"/>
                </a:cubicBezTo>
                <a:cubicBezTo>
                  <a:pt x="1199388" y="836066"/>
                  <a:pt x="1281684" y="1008278"/>
                  <a:pt x="1325880" y="1079906"/>
                </a:cubicBezTo>
                <a:cubicBezTo>
                  <a:pt x="1370076" y="1151534"/>
                  <a:pt x="1360932" y="1171346"/>
                  <a:pt x="1408176" y="1189634"/>
                </a:cubicBezTo>
                <a:cubicBezTo>
                  <a:pt x="1455420" y="1207922"/>
                  <a:pt x="1542288" y="1249070"/>
                  <a:pt x="1609344" y="1189634"/>
                </a:cubicBezTo>
                <a:cubicBezTo>
                  <a:pt x="1676400" y="1130198"/>
                  <a:pt x="1758696" y="945794"/>
                  <a:pt x="1810512" y="833018"/>
                </a:cubicBezTo>
                <a:cubicBezTo>
                  <a:pt x="1862328" y="720242"/>
                  <a:pt x="1879092" y="608990"/>
                  <a:pt x="1920240" y="512978"/>
                </a:cubicBezTo>
                <a:cubicBezTo>
                  <a:pt x="1961388" y="416966"/>
                  <a:pt x="2001012" y="342290"/>
                  <a:pt x="2057400" y="256946"/>
                </a:cubicBezTo>
                <a:cubicBezTo>
                  <a:pt x="2113788" y="171602"/>
                  <a:pt x="2179320" y="11582"/>
                  <a:pt x="2258568" y="914"/>
                </a:cubicBezTo>
                <a:cubicBezTo>
                  <a:pt x="2337816" y="-9754"/>
                  <a:pt x="2459736" y="74066"/>
                  <a:pt x="2532888" y="192938"/>
                </a:cubicBezTo>
                <a:cubicBezTo>
                  <a:pt x="2606040" y="311810"/>
                  <a:pt x="2628900" y="485546"/>
                  <a:pt x="2697480" y="714146"/>
                </a:cubicBezTo>
                <a:cubicBezTo>
                  <a:pt x="2766060" y="942746"/>
                  <a:pt x="2868168" y="1337462"/>
                  <a:pt x="2944368" y="1564538"/>
                </a:cubicBezTo>
                <a:cubicBezTo>
                  <a:pt x="3020568" y="1791614"/>
                  <a:pt x="3092196" y="1951634"/>
                  <a:pt x="3154680" y="2076602"/>
                </a:cubicBezTo>
                <a:cubicBezTo>
                  <a:pt x="3217164" y="2201570"/>
                  <a:pt x="3267456" y="2261006"/>
                  <a:pt x="3319272" y="2314346"/>
                </a:cubicBezTo>
                <a:cubicBezTo>
                  <a:pt x="3371088" y="2367686"/>
                  <a:pt x="3418332" y="2382164"/>
                  <a:pt x="3465576" y="2396642"/>
                </a:cubicBezTo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312192F-0B78-6B36-A535-E2BFDE332102}"/>
                  </a:ext>
                </a:extLst>
              </p:cNvPr>
              <p:cNvSpPr/>
              <p:nvPr/>
            </p:nvSpPr>
            <p:spPr>
              <a:xfrm>
                <a:off x="5455625" y="1531299"/>
                <a:ext cx="1405128" cy="914400"/>
              </a:xfrm>
              <a:prstGeom prst="roundRect">
                <a:avLst>
                  <a:gd name="adj" fmla="val 4641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3600" b="1" dirty="0"/>
              </a:p>
            </p:txBody>
          </p:sp>
        </mc:Choice>
        <mc:Fallback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312192F-0B78-6B36-A535-E2BFDE332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25" y="1531299"/>
                <a:ext cx="1405128" cy="914400"/>
              </a:xfrm>
              <a:prstGeom prst="roundRect">
                <a:avLst>
                  <a:gd name="adj" fmla="val 4641"/>
                </a:avLst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A84A38-8062-7330-5E53-356422A2EA9D}"/>
                  </a:ext>
                </a:extLst>
              </p:cNvPr>
              <p:cNvSpPr txBox="1"/>
              <p:nvPr/>
            </p:nvSpPr>
            <p:spPr>
              <a:xfrm>
                <a:off x="5310841" y="548641"/>
                <a:ext cx="169469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Samples</a:t>
                </a:r>
              </a:p>
              <a:p>
                <a:pPr algn="ctr"/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of size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endParaRPr lang="en-US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A84A38-8062-7330-5E53-356422A2E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841" y="548641"/>
                <a:ext cx="1694696" cy="954107"/>
              </a:xfrm>
              <a:prstGeom prst="rect">
                <a:avLst/>
              </a:prstGeom>
              <a:blipFill>
                <a:blip r:embed="rId4"/>
                <a:stretch>
                  <a:fillRect l="-5396" t="-6369" r="-5755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6D0DD8D-2443-8AA5-7CD8-4B15FF394E25}"/>
                  </a:ext>
                </a:extLst>
              </p:cNvPr>
              <p:cNvSpPr/>
              <p:nvPr/>
            </p:nvSpPr>
            <p:spPr>
              <a:xfrm>
                <a:off x="5455625" y="2644213"/>
                <a:ext cx="1405128" cy="914400"/>
              </a:xfrm>
              <a:prstGeom prst="roundRect">
                <a:avLst>
                  <a:gd name="adj" fmla="val 4641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3600" b="1" dirty="0"/>
              </a:p>
            </p:txBody>
          </p:sp>
        </mc:Choice>
        <mc:Fallback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6D0DD8D-2443-8AA5-7CD8-4B15FF394E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25" y="2644213"/>
                <a:ext cx="1405128" cy="914400"/>
              </a:xfrm>
              <a:prstGeom prst="roundRect">
                <a:avLst>
                  <a:gd name="adj" fmla="val 4641"/>
                </a:avLst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67CB461-1706-420A-1DBA-E74A039FA2FA}"/>
                  </a:ext>
                </a:extLst>
              </p:cNvPr>
              <p:cNvSpPr/>
              <p:nvPr/>
            </p:nvSpPr>
            <p:spPr>
              <a:xfrm>
                <a:off x="5455625" y="3757127"/>
                <a:ext cx="1405128" cy="914400"/>
              </a:xfrm>
              <a:prstGeom prst="roundRect">
                <a:avLst>
                  <a:gd name="adj" fmla="val 4641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3600" b="1" dirty="0"/>
              </a:p>
            </p:txBody>
          </p:sp>
        </mc:Choice>
        <mc:Fallback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67CB461-1706-420A-1DBA-E74A039FA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25" y="3757127"/>
                <a:ext cx="1405128" cy="914400"/>
              </a:xfrm>
              <a:prstGeom prst="roundRect">
                <a:avLst>
                  <a:gd name="adj" fmla="val 4641"/>
                </a:avLst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4C9C33DC-E022-7366-77EE-F6FB0A9D3DBF}"/>
                  </a:ext>
                </a:extLst>
              </p:cNvPr>
              <p:cNvSpPr/>
              <p:nvPr/>
            </p:nvSpPr>
            <p:spPr>
              <a:xfrm>
                <a:off x="5455625" y="5276088"/>
                <a:ext cx="1405128" cy="914400"/>
              </a:xfrm>
              <a:prstGeom prst="roundRect">
                <a:avLst>
                  <a:gd name="adj" fmla="val 4641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600" b="1" dirty="0"/>
              </a:p>
            </p:txBody>
          </p:sp>
        </mc:Choice>
        <mc:Fallback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4C9C33DC-E022-7366-77EE-F6FB0A9D3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25" y="5276088"/>
                <a:ext cx="1405128" cy="914400"/>
              </a:xfrm>
              <a:prstGeom prst="roundRect">
                <a:avLst>
                  <a:gd name="adj" fmla="val 4641"/>
                </a:avLst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A0F5A4-F1A8-7673-E013-FECC66435E77}"/>
                  </a:ext>
                </a:extLst>
              </p:cNvPr>
              <p:cNvSpPr txBox="1"/>
              <p:nvPr/>
            </p:nvSpPr>
            <p:spPr>
              <a:xfrm>
                <a:off x="7731093" y="3419856"/>
                <a:ext cx="867097" cy="820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bar>
                        </m:e>
                        <m:sub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4800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A0F5A4-F1A8-7673-E013-FECC6643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093" y="3419856"/>
                <a:ext cx="867097" cy="8207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A93AA7-277D-A912-19AE-005C55AF0709}"/>
                  </a:ext>
                </a:extLst>
              </p:cNvPr>
              <p:cNvSpPr txBox="1"/>
              <p:nvPr/>
            </p:nvSpPr>
            <p:spPr>
              <a:xfrm>
                <a:off x="6026743" y="4666032"/>
                <a:ext cx="26289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A93AA7-277D-A912-19AE-005C55AF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43" y="4666032"/>
                <a:ext cx="262892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Brace 38">
            <a:extLst>
              <a:ext uri="{FF2B5EF4-FFF2-40B4-BE49-F238E27FC236}">
                <a16:creationId xmlns:a16="http://schemas.microsoft.com/office/drawing/2014/main" id="{FA53BFD0-AE32-DB2A-0C0B-90F10E12E392}"/>
              </a:ext>
            </a:extLst>
          </p:cNvPr>
          <p:cNvSpPr/>
          <p:nvPr/>
        </p:nvSpPr>
        <p:spPr>
          <a:xfrm>
            <a:off x="7005538" y="1531300"/>
            <a:ext cx="580771" cy="4659189"/>
          </a:xfrm>
          <a:prstGeom prst="rightBrace">
            <a:avLst>
              <a:gd name="adj1" fmla="val 106737"/>
              <a:gd name="adj2" fmla="val 50000"/>
            </a:avLst>
          </a:prstGeom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1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17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Quijano, Alex John</dc:creator>
  <cp:lastModifiedBy>Quijano, Alex John</cp:lastModifiedBy>
  <cp:revision>6</cp:revision>
  <dcterms:created xsi:type="dcterms:W3CDTF">2026-03-26T15:10:08Z</dcterms:created>
  <dcterms:modified xsi:type="dcterms:W3CDTF">2026-03-26T15:52:43Z</dcterms:modified>
</cp:coreProperties>
</file>