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0" r:id="rId2"/>
    <p:sldId id="256" r:id="rId3"/>
  </p:sldIdLst>
  <p:sldSz cx="4572000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2" autoAdjust="0"/>
    <p:restoredTop sz="94660"/>
  </p:normalViewPr>
  <p:slideViewPr>
    <p:cSldViewPr snapToGrid="0">
      <p:cViewPr varScale="1">
        <p:scale>
          <a:sx n="217" d="100"/>
          <a:sy n="217" d="100"/>
        </p:scale>
        <p:origin x="196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523771"/>
            <a:ext cx="3886200" cy="1114213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1680951"/>
            <a:ext cx="3429000" cy="772689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58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26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797880"/>
            <a:ext cx="3943350" cy="133127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2141751"/>
            <a:ext cx="3943350" cy="700087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91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851959"/>
            <a:ext cx="194310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851959"/>
            <a:ext cx="194310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88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170392"/>
            <a:ext cx="3943350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784543"/>
            <a:ext cx="1934170" cy="384492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169035"/>
            <a:ext cx="1934170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784543"/>
            <a:ext cx="1943695" cy="384492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169035"/>
            <a:ext cx="1943695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24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90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04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2" y="213360"/>
            <a:ext cx="1474589" cy="74676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460799"/>
            <a:ext cx="2314575" cy="2274358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2" y="960121"/>
            <a:ext cx="1474589" cy="1778741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10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2" y="213360"/>
            <a:ext cx="1474589" cy="74676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460799"/>
            <a:ext cx="2314575" cy="2274358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2" y="960121"/>
            <a:ext cx="1474589" cy="1778741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0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481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7" y="170393"/>
            <a:ext cx="985838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170393"/>
            <a:ext cx="2900363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47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170392"/>
            <a:ext cx="3943350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851959"/>
            <a:ext cx="3943350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2966297"/>
            <a:ext cx="102870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21B5D8-DF36-4808-A8F2-0284F4C9F4F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2966297"/>
            <a:ext cx="154305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2966297"/>
            <a:ext cx="102870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889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20FFFDB-616A-4552-AB0C-4A09DAC76C68}"/>
              </a:ext>
            </a:extLst>
          </p:cNvPr>
          <p:cNvGrpSpPr/>
          <p:nvPr/>
        </p:nvGrpSpPr>
        <p:grpSpPr>
          <a:xfrm rot="16200000">
            <a:off x="-404014" y="1270657"/>
            <a:ext cx="1503572" cy="565080"/>
            <a:chOff x="1544428" y="150130"/>
            <a:chExt cx="1503572" cy="565080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EC93356F-2EC3-48A9-9A2A-FE87963FE5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44428" y="150130"/>
              <a:ext cx="751786" cy="56508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33B142A-130D-4950-BFA4-2E6B1EB4C2ED}"/>
                </a:ext>
              </a:extLst>
            </p:cNvPr>
            <p:cNvCxnSpPr>
              <a:cxnSpLocks/>
            </p:cNvCxnSpPr>
            <p:nvPr/>
          </p:nvCxnSpPr>
          <p:spPr>
            <a:xfrm>
              <a:off x="2296214" y="150130"/>
              <a:ext cx="751786" cy="56508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133617-6E57-449A-B2C9-97028212CF43}"/>
                  </a:ext>
                </a:extLst>
              </p:cNvPr>
              <p:cNvSpPr txBox="1"/>
              <p:nvPr/>
            </p:nvSpPr>
            <p:spPr>
              <a:xfrm>
                <a:off x="668650" y="585967"/>
                <a:ext cx="4346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133617-6E57-449A-B2C9-97028212C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650" y="585967"/>
                <a:ext cx="434680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4339097-7FEF-44B1-B731-FCD11B6432EF}"/>
                  </a:ext>
                </a:extLst>
              </p:cNvPr>
              <p:cNvSpPr txBox="1"/>
              <p:nvPr/>
            </p:nvSpPr>
            <p:spPr>
              <a:xfrm>
                <a:off x="630312" y="2089541"/>
                <a:ext cx="4346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4339097-7FEF-44B1-B731-FCD11B643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12" y="2089541"/>
                <a:ext cx="43468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472ECB67-2C75-4B79-9BD4-BB71E50A7146}"/>
              </a:ext>
            </a:extLst>
          </p:cNvPr>
          <p:cNvGrpSpPr/>
          <p:nvPr/>
        </p:nvGrpSpPr>
        <p:grpSpPr>
          <a:xfrm rot="16200000">
            <a:off x="1057472" y="666858"/>
            <a:ext cx="594643" cy="426248"/>
            <a:chOff x="1051099" y="1197756"/>
            <a:chExt cx="594643" cy="426248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398C7F3-49AE-423C-81D2-2A4F1E31B1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099" y="1203268"/>
              <a:ext cx="297321" cy="420736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2EB8D80-651E-498A-971C-309CD6A735DE}"/>
                </a:ext>
              </a:extLst>
            </p:cNvPr>
            <p:cNvCxnSpPr>
              <a:cxnSpLocks/>
            </p:cNvCxnSpPr>
            <p:nvPr/>
          </p:nvCxnSpPr>
          <p:spPr>
            <a:xfrm>
              <a:off x="1348421" y="1197756"/>
              <a:ext cx="297321" cy="420736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5416F3CD-313A-4A35-8D1A-4EA799B4C8EA}"/>
              </a:ext>
            </a:extLst>
          </p:cNvPr>
          <p:cNvSpPr/>
          <p:nvPr/>
        </p:nvSpPr>
        <p:spPr>
          <a:xfrm>
            <a:off x="1677166" y="279941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3FB5357-9C9E-4ED8-BCDA-866A8BFA1FC5}"/>
              </a:ext>
            </a:extLst>
          </p:cNvPr>
          <p:cNvSpPr/>
          <p:nvPr/>
        </p:nvSpPr>
        <p:spPr>
          <a:xfrm>
            <a:off x="1677166" y="1016854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426013-9F7B-471E-95B0-DB427710B935}"/>
              </a:ext>
            </a:extLst>
          </p:cNvPr>
          <p:cNvGrpSpPr/>
          <p:nvPr/>
        </p:nvGrpSpPr>
        <p:grpSpPr>
          <a:xfrm rot="16200000">
            <a:off x="1057472" y="2170432"/>
            <a:ext cx="594643" cy="426248"/>
            <a:chOff x="1051099" y="1197756"/>
            <a:chExt cx="594643" cy="426248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9A03CC0-5DD8-459E-9E5D-F0E041E3C6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099" y="1203268"/>
              <a:ext cx="297321" cy="420736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0A59DB9-2315-4075-96DB-002F2CEABE76}"/>
                </a:ext>
              </a:extLst>
            </p:cNvPr>
            <p:cNvCxnSpPr>
              <a:cxnSpLocks/>
            </p:cNvCxnSpPr>
            <p:nvPr/>
          </p:nvCxnSpPr>
          <p:spPr>
            <a:xfrm>
              <a:off x="1348421" y="1197756"/>
              <a:ext cx="297321" cy="420736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6B1D6166-608A-4DFA-B8E0-563FAD57C1F7}"/>
              </a:ext>
            </a:extLst>
          </p:cNvPr>
          <p:cNvSpPr/>
          <p:nvPr/>
        </p:nvSpPr>
        <p:spPr>
          <a:xfrm>
            <a:off x="1677166" y="1783515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1101900-C257-4416-9AA5-E8617C913017}"/>
              </a:ext>
            </a:extLst>
          </p:cNvPr>
          <p:cNvSpPr/>
          <p:nvPr/>
        </p:nvSpPr>
        <p:spPr>
          <a:xfrm>
            <a:off x="1677166" y="2520428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000A52A-0C48-425B-96B6-35B3FFC3FDE4}"/>
              </a:ext>
            </a:extLst>
          </p:cNvPr>
          <p:cNvGrpSpPr/>
          <p:nvPr/>
        </p:nvGrpSpPr>
        <p:grpSpPr>
          <a:xfrm rot="16200000">
            <a:off x="2338491" y="274624"/>
            <a:ext cx="362852" cy="467833"/>
            <a:chOff x="2686718" y="1549598"/>
            <a:chExt cx="362852" cy="467833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90A0FDF-FB95-4AF8-B0D4-FDD54E750E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6718" y="1549598"/>
              <a:ext cx="181427" cy="46783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2A6D4AB-98AF-496A-858E-B62E5A36972F}"/>
                </a:ext>
              </a:extLst>
            </p:cNvPr>
            <p:cNvCxnSpPr>
              <a:cxnSpLocks/>
            </p:cNvCxnSpPr>
            <p:nvPr/>
          </p:nvCxnSpPr>
          <p:spPr>
            <a:xfrm>
              <a:off x="2868143" y="1549598"/>
              <a:ext cx="181427" cy="46783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E922ABC0-4283-45F7-A39C-22BFE15401E9}"/>
              </a:ext>
            </a:extLst>
          </p:cNvPr>
          <p:cNvSpPr/>
          <p:nvPr/>
        </p:nvSpPr>
        <p:spPr>
          <a:xfrm>
            <a:off x="2833168" y="181409"/>
            <a:ext cx="274320" cy="2743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987920F-795F-4EDE-A1BB-7ABA143CE7C4}"/>
              </a:ext>
            </a:extLst>
          </p:cNvPr>
          <p:cNvSpPr/>
          <p:nvPr/>
        </p:nvSpPr>
        <p:spPr>
          <a:xfrm>
            <a:off x="2833168" y="561353"/>
            <a:ext cx="274320" cy="27432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97A1406-32A0-40FA-AB73-AC0F2496F3D4}"/>
              </a:ext>
            </a:extLst>
          </p:cNvPr>
          <p:cNvGrpSpPr/>
          <p:nvPr/>
        </p:nvGrpSpPr>
        <p:grpSpPr>
          <a:xfrm rot="16200000">
            <a:off x="2338490" y="2519555"/>
            <a:ext cx="362852" cy="467833"/>
            <a:chOff x="2686718" y="1549598"/>
            <a:chExt cx="362852" cy="467833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BFD7A2C-E082-44AA-ABD6-0E0AC8363B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6718" y="1549598"/>
              <a:ext cx="181427" cy="46783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38968640-8E5D-42E5-94FB-7A2295C901EA}"/>
                </a:ext>
              </a:extLst>
            </p:cNvPr>
            <p:cNvCxnSpPr>
              <a:cxnSpLocks/>
            </p:cNvCxnSpPr>
            <p:nvPr/>
          </p:nvCxnSpPr>
          <p:spPr>
            <a:xfrm>
              <a:off x="2868143" y="1549598"/>
              <a:ext cx="181427" cy="46783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A3718100-7311-4AA9-94B1-9C18937C5C02}"/>
              </a:ext>
            </a:extLst>
          </p:cNvPr>
          <p:cNvSpPr/>
          <p:nvPr/>
        </p:nvSpPr>
        <p:spPr>
          <a:xfrm>
            <a:off x="2833167" y="2426340"/>
            <a:ext cx="274320" cy="2743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BA6916A-DD74-402B-935A-D52985EF335F}"/>
              </a:ext>
            </a:extLst>
          </p:cNvPr>
          <p:cNvSpPr/>
          <p:nvPr/>
        </p:nvSpPr>
        <p:spPr>
          <a:xfrm>
            <a:off x="2833167" y="2806284"/>
            <a:ext cx="274320" cy="27432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409CD66-9B10-4CBC-97C8-7C938B378D46}"/>
              </a:ext>
            </a:extLst>
          </p:cNvPr>
          <p:cNvGrpSpPr/>
          <p:nvPr/>
        </p:nvGrpSpPr>
        <p:grpSpPr>
          <a:xfrm rot="16200000">
            <a:off x="2338490" y="1017144"/>
            <a:ext cx="362852" cy="467833"/>
            <a:chOff x="2686718" y="1549598"/>
            <a:chExt cx="362852" cy="467833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49F291C9-94C5-43A1-97A1-28514611EB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6718" y="1549598"/>
              <a:ext cx="181427" cy="46783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779D2E6-9AB4-4516-AF2D-8B11CC3D49AF}"/>
                </a:ext>
              </a:extLst>
            </p:cNvPr>
            <p:cNvCxnSpPr>
              <a:cxnSpLocks/>
            </p:cNvCxnSpPr>
            <p:nvPr/>
          </p:nvCxnSpPr>
          <p:spPr>
            <a:xfrm>
              <a:off x="2868143" y="1549598"/>
              <a:ext cx="181427" cy="46783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2" name="Oval 51">
            <a:extLst>
              <a:ext uri="{FF2B5EF4-FFF2-40B4-BE49-F238E27FC236}">
                <a16:creationId xmlns:a16="http://schemas.microsoft.com/office/drawing/2014/main" id="{E623306A-4021-4BAE-A12E-4BF9680BEBFC}"/>
              </a:ext>
            </a:extLst>
          </p:cNvPr>
          <p:cNvSpPr/>
          <p:nvPr/>
        </p:nvSpPr>
        <p:spPr>
          <a:xfrm>
            <a:off x="2833167" y="923929"/>
            <a:ext cx="274320" cy="2743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FC59963-F8D9-4C6D-8BB8-EFDEA2607FD9}"/>
              </a:ext>
            </a:extLst>
          </p:cNvPr>
          <p:cNvSpPr/>
          <p:nvPr/>
        </p:nvSpPr>
        <p:spPr>
          <a:xfrm>
            <a:off x="2833167" y="1303873"/>
            <a:ext cx="274320" cy="27432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5508074-7941-4694-B5B7-6667C693BD55}"/>
              </a:ext>
            </a:extLst>
          </p:cNvPr>
          <p:cNvGrpSpPr/>
          <p:nvPr/>
        </p:nvGrpSpPr>
        <p:grpSpPr>
          <a:xfrm rot="16200000">
            <a:off x="2338490" y="1772484"/>
            <a:ext cx="362852" cy="467833"/>
            <a:chOff x="2686718" y="1549598"/>
            <a:chExt cx="362852" cy="467833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BF633951-0A07-43DA-A4FD-12CBC88050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6718" y="1549598"/>
              <a:ext cx="181427" cy="46783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A0E14382-BA9C-424A-A2E5-11AA4BFC6371}"/>
                </a:ext>
              </a:extLst>
            </p:cNvPr>
            <p:cNvCxnSpPr>
              <a:cxnSpLocks/>
            </p:cNvCxnSpPr>
            <p:nvPr/>
          </p:nvCxnSpPr>
          <p:spPr>
            <a:xfrm>
              <a:off x="2868143" y="1549598"/>
              <a:ext cx="181427" cy="46783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7" name="Oval 56">
            <a:extLst>
              <a:ext uri="{FF2B5EF4-FFF2-40B4-BE49-F238E27FC236}">
                <a16:creationId xmlns:a16="http://schemas.microsoft.com/office/drawing/2014/main" id="{E4F03316-C4DD-4687-A9A5-F083AE006CC2}"/>
              </a:ext>
            </a:extLst>
          </p:cNvPr>
          <p:cNvSpPr/>
          <p:nvPr/>
        </p:nvSpPr>
        <p:spPr>
          <a:xfrm>
            <a:off x="2833167" y="1679269"/>
            <a:ext cx="274320" cy="2743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D17EAE9-8EE3-4157-A0F1-CBFC6D4A15EA}"/>
              </a:ext>
            </a:extLst>
          </p:cNvPr>
          <p:cNvSpPr/>
          <p:nvPr/>
        </p:nvSpPr>
        <p:spPr>
          <a:xfrm>
            <a:off x="2833167" y="2059213"/>
            <a:ext cx="274320" cy="27432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89998FB-316F-449F-A571-9096EAC854B0}"/>
                  </a:ext>
                </a:extLst>
              </p:cNvPr>
              <p:cNvSpPr txBox="1"/>
              <p:nvPr/>
            </p:nvSpPr>
            <p:spPr>
              <a:xfrm>
                <a:off x="3186822" y="226236"/>
                <a:ext cx="105093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</m:t>
                          </m:r>
                        </m:e>
                      </m:d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89998FB-316F-449F-A571-9096EAC85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822" y="226236"/>
                <a:ext cx="1050936" cy="184666"/>
              </a:xfrm>
              <a:prstGeom prst="rect">
                <a:avLst/>
              </a:prstGeom>
              <a:blipFill>
                <a:blip r:embed="rId4"/>
                <a:stretch>
                  <a:fillRect l="-5233" t="-3333" r="-7558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Oval 70">
            <a:extLst>
              <a:ext uri="{FF2B5EF4-FFF2-40B4-BE49-F238E27FC236}">
                <a16:creationId xmlns:a16="http://schemas.microsoft.com/office/drawing/2014/main" id="{A9E0C7A4-5B28-4981-8DEB-90B995F09CB7}"/>
              </a:ext>
            </a:extLst>
          </p:cNvPr>
          <p:cNvSpPr/>
          <p:nvPr/>
        </p:nvSpPr>
        <p:spPr>
          <a:xfrm>
            <a:off x="3747751" y="279992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0A3396B-E2D9-420D-8241-71296D0F588B}"/>
              </a:ext>
            </a:extLst>
          </p:cNvPr>
          <p:cNvSpPr/>
          <p:nvPr/>
        </p:nvSpPr>
        <p:spPr>
          <a:xfrm>
            <a:off x="3872805" y="279992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8BC937F-BF17-4348-A753-DA6B89050914}"/>
                  </a:ext>
                </a:extLst>
              </p:cNvPr>
              <p:cNvSpPr txBox="1"/>
              <p:nvPr/>
            </p:nvSpPr>
            <p:spPr>
              <a:xfrm>
                <a:off x="3186822" y="599253"/>
                <a:ext cx="105093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</m:t>
                          </m:r>
                        </m:e>
                      </m:d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8BC937F-BF17-4348-A753-DA6B8905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822" y="599253"/>
                <a:ext cx="1050936" cy="184666"/>
              </a:xfrm>
              <a:prstGeom prst="rect">
                <a:avLst/>
              </a:prstGeom>
              <a:blipFill>
                <a:blip r:embed="rId5"/>
                <a:stretch>
                  <a:fillRect l="-5233" t="-3226" r="-7558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Oval 73">
            <a:extLst>
              <a:ext uri="{FF2B5EF4-FFF2-40B4-BE49-F238E27FC236}">
                <a16:creationId xmlns:a16="http://schemas.microsoft.com/office/drawing/2014/main" id="{3EA35AF3-B05B-4FBD-9FD0-5730CCF3F03C}"/>
              </a:ext>
            </a:extLst>
          </p:cNvPr>
          <p:cNvSpPr/>
          <p:nvPr/>
        </p:nvSpPr>
        <p:spPr>
          <a:xfrm>
            <a:off x="3747751" y="652468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013339D-2C8C-4108-A87E-6D40B4477CC8}"/>
              </a:ext>
            </a:extLst>
          </p:cNvPr>
          <p:cNvSpPr/>
          <p:nvPr/>
        </p:nvSpPr>
        <p:spPr>
          <a:xfrm>
            <a:off x="3872805" y="652468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A3485CB-5A7E-4ACD-8D83-3467CC091103}"/>
                  </a:ext>
                </a:extLst>
              </p:cNvPr>
              <p:cNvSpPr txBox="1"/>
              <p:nvPr/>
            </p:nvSpPr>
            <p:spPr>
              <a:xfrm>
                <a:off x="3186822" y="967115"/>
                <a:ext cx="105093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</m:t>
                          </m:r>
                        </m:e>
                      </m:d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A3485CB-5A7E-4ACD-8D83-3467CC091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822" y="967115"/>
                <a:ext cx="1050936" cy="184666"/>
              </a:xfrm>
              <a:prstGeom prst="rect">
                <a:avLst/>
              </a:prstGeom>
              <a:blipFill>
                <a:blip r:embed="rId6"/>
                <a:stretch>
                  <a:fillRect l="-5233" t="-6667" r="-7558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Oval 76">
            <a:extLst>
              <a:ext uri="{FF2B5EF4-FFF2-40B4-BE49-F238E27FC236}">
                <a16:creationId xmlns:a16="http://schemas.microsoft.com/office/drawing/2014/main" id="{7347D4F9-5BAF-465F-B253-5596243F35FD}"/>
              </a:ext>
            </a:extLst>
          </p:cNvPr>
          <p:cNvSpPr/>
          <p:nvPr/>
        </p:nvSpPr>
        <p:spPr>
          <a:xfrm>
            <a:off x="3747751" y="1021533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2DA2A661-BFB4-45F2-9671-789155D7AD83}"/>
              </a:ext>
            </a:extLst>
          </p:cNvPr>
          <p:cNvSpPr/>
          <p:nvPr/>
        </p:nvSpPr>
        <p:spPr>
          <a:xfrm>
            <a:off x="3872805" y="1021533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8B19A60-BE03-45BC-9F6F-83E7CAB39243}"/>
                  </a:ext>
                </a:extLst>
              </p:cNvPr>
              <p:cNvSpPr txBox="1"/>
              <p:nvPr/>
            </p:nvSpPr>
            <p:spPr>
              <a:xfrm>
                <a:off x="3181220" y="1341069"/>
                <a:ext cx="105093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</m:t>
                          </m:r>
                        </m:e>
                      </m:d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8B19A60-BE03-45BC-9F6F-83E7CAB39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220" y="1341069"/>
                <a:ext cx="1050936" cy="184666"/>
              </a:xfrm>
              <a:prstGeom prst="rect">
                <a:avLst/>
              </a:prstGeom>
              <a:blipFill>
                <a:blip r:embed="rId7"/>
                <a:stretch>
                  <a:fillRect l="-5233" t="-6667" r="-7558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Oval 79">
            <a:extLst>
              <a:ext uri="{FF2B5EF4-FFF2-40B4-BE49-F238E27FC236}">
                <a16:creationId xmlns:a16="http://schemas.microsoft.com/office/drawing/2014/main" id="{58FEC84D-C20F-474E-B91A-5D7DDAE89717}"/>
              </a:ext>
            </a:extLst>
          </p:cNvPr>
          <p:cNvSpPr/>
          <p:nvPr/>
        </p:nvSpPr>
        <p:spPr>
          <a:xfrm>
            <a:off x="3742149" y="1395487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3E15CF4-79C7-4ED8-8A16-ED1B59AFC459}"/>
              </a:ext>
            </a:extLst>
          </p:cNvPr>
          <p:cNvSpPr/>
          <p:nvPr/>
        </p:nvSpPr>
        <p:spPr>
          <a:xfrm>
            <a:off x="3872805" y="1395487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B7C3F22-E12E-4136-AF7A-8BD6967C8C45}"/>
                  </a:ext>
                </a:extLst>
              </p:cNvPr>
              <p:cNvSpPr txBox="1"/>
              <p:nvPr/>
            </p:nvSpPr>
            <p:spPr>
              <a:xfrm>
                <a:off x="3186822" y="1727731"/>
                <a:ext cx="105093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</m:t>
                          </m:r>
                        </m:e>
                      </m:d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B7C3F22-E12E-4136-AF7A-8BD6967C8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822" y="1727731"/>
                <a:ext cx="1050936" cy="184666"/>
              </a:xfrm>
              <a:prstGeom prst="rect">
                <a:avLst/>
              </a:prstGeom>
              <a:blipFill>
                <a:blip r:embed="rId8"/>
                <a:stretch>
                  <a:fillRect l="-5233" t="-3226" r="-7558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Oval 83">
            <a:extLst>
              <a:ext uri="{FF2B5EF4-FFF2-40B4-BE49-F238E27FC236}">
                <a16:creationId xmlns:a16="http://schemas.microsoft.com/office/drawing/2014/main" id="{D198A7D0-6A84-4C18-B5DA-3B8EE2D9ACFB}"/>
              </a:ext>
            </a:extLst>
          </p:cNvPr>
          <p:cNvSpPr/>
          <p:nvPr/>
        </p:nvSpPr>
        <p:spPr>
          <a:xfrm>
            <a:off x="3747751" y="1781487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459A94F0-C1B6-4F43-B5B4-75F4E27718F6}"/>
              </a:ext>
            </a:extLst>
          </p:cNvPr>
          <p:cNvSpPr/>
          <p:nvPr/>
        </p:nvSpPr>
        <p:spPr>
          <a:xfrm>
            <a:off x="3872805" y="1781487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85865139-13C1-4171-AB27-2730364E18F2}"/>
                  </a:ext>
                </a:extLst>
              </p:cNvPr>
              <p:cNvSpPr txBox="1"/>
              <p:nvPr/>
            </p:nvSpPr>
            <p:spPr>
              <a:xfrm>
                <a:off x="3186822" y="2100748"/>
                <a:ext cx="105093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</m:t>
                          </m:r>
                        </m:e>
                      </m:d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85865139-13C1-4171-AB27-2730364E1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822" y="2100748"/>
                <a:ext cx="1050936" cy="184666"/>
              </a:xfrm>
              <a:prstGeom prst="rect">
                <a:avLst/>
              </a:prstGeom>
              <a:blipFill>
                <a:blip r:embed="rId9"/>
                <a:stretch>
                  <a:fillRect l="-5233" t="-6667" r="-7558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Oval 86">
            <a:extLst>
              <a:ext uri="{FF2B5EF4-FFF2-40B4-BE49-F238E27FC236}">
                <a16:creationId xmlns:a16="http://schemas.microsoft.com/office/drawing/2014/main" id="{34853EC7-043D-4FBD-9D01-999BD4510264}"/>
              </a:ext>
            </a:extLst>
          </p:cNvPr>
          <p:cNvSpPr/>
          <p:nvPr/>
        </p:nvSpPr>
        <p:spPr>
          <a:xfrm>
            <a:off x="3747751" y="2153963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1731E53-25D0-468E-B10F-7A41A3529557}"/>
              </a:ext>
            </a:extLst>
          </p:cNvPr>
          <p:cNvSpPr/>
          <p:nvPr/>
        </p:nvSpPr>
        <p:spPr>
          <a:xfrm>
            <a:off x="3872805" y="2153963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3BF5CA7-272C-4343-8358-BC993B6F0185}"/>
                  </a:ext>
                </a:extLst>
              </p:cNvPr>
              <p:cNvSpPr txBox="1"/>
              <p:nvPr/>
            </p:nvSpPr>
            <p:spPr>
              <a:xfrm>
                <a:off x="3186822" y="2468610"/>
                <a:ext cx="105093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</m:t>
                          </m:r>
                        </m:e>
                      </m:d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3BF5CA7-272C-4343-8358-BC993B6F0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822" y="2468610"/>
                <a:ext cx="1050936" cy="184666"/>
              </a:xfrm>
              <a:prstGeom prst="rect">
                <a:avLst/>
              </a:prstGeom>
              <a:blipFill>
                <a:blip r:embed="rId10"/>
                <a:stretch>
                  <a:fillRect l="-5233" t="-6667" r="-7558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Oval 89">
            <a:extLst>
              <a:ext uri="{FF2B5EF4-FFF2-40B4-BE49-F238E27FC236}">
                <a16:creationId xmlns:a16="http://schemas.microsoft.com/office/drawing/2014/main" id="{85959F72-76E4-4C4F-8E34-473BEA65FAAC}"/>
              </a:ext>
            </a:extLst>
          </p:cNvPr>
          <p:cNvSpPr/>
          <p:nvPr/>
        </p:nvSpPr>
        <p:spPr>
          <a:xfrm>
            <a:off x="3747751" y="2523028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558DA0CB-E790-4F62-88B7-B488C4917F30}"/>
              </a:ext>
            </a:extLst>
          </p:cNvPr>
          <p:cNvSpPr/>
          <p:nvPr/>
        </p:nvSpPr>
        <p:spPr>
          <a:xfrm>
            <a:off x="3872805" y="2523028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CBC6189-E3F1-4208-A547-E42D14A587CC}"/>
                  </a:ext>
                </a:extLst>
              </p:cNvPr>
              <p:cNvSpPr txBox="1"/>
              <p:nvPr/>
            </p:nvSpPr>
            <p:spPr>
              <a:xfrm>
                <a:off x="3181220" y="2842564"/>
                <a:ext cx="105093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</m:t>
                          </m:r>
                        </m:e>
                      </m:d>
                      <m:sSub>
                        <m:sSubPr>
                          <m:ctrlP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1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CBC6189-E3F1-4208-A547-E42D14A58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220" y="2842564"/>
                <a:ext cx="1050936" cy="184666"/>
              </a:xfrm>
              <a:prstGeom prst="rect">
                <a:avLst/>
              </a:prstGeom>
              <a:blipFill>
                <a:blip r:embed="rId11"/>
                <a:stretch>
                  <a:fillRect l="-5233" t="-3226" r="-7558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Oval 92">
            <a:extLst>
              <a:ext uri="{FF2B5EF4-FFF2-40B4-BE49-F238E27FC236}">
                <a16:creationId xmlns:a16="http://schemas.microsoft.com/office/drawing/2014/main" id="{FEC9E556-F437-4AA4-A50C-A00D6AC59554}"/>
              </a:ext>
            </a:extLst>
          </p:cNvPr>
          <p:cNvSpPr/>
          <p:nvPr/>
        </p:nvSpPr>
        <p:spPr>
          <a:xfrm>
            <a:off x="3742149" y="2896982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9C30DACF-EC7B-417F-890F-9716E9F41711}"/>
              </a:ext>
            </a:extLst>
          </p:cNvPr>
          <p:cNvSpPr/>
          <p:nvPr/>
        </p:nvSpPr>
        <p:spPr>
          <a:xfrm>
            <a:off x="3872805" y="2896982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20619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B4ECC53B-8FEE-4B56-B371-4ECFF11B4F34}"/>
              </a:ext>
            </a:extLst>
          </p:cNvPr>
          <p:cNvGrpSpPr/>
          <p:nvPr/>
        </p:nvGrpSpPr>
        <p:grpSpPr>
          <a:xfrm rot="5400000" flipH="1">
            <a:off x="3471504" y="1317660"/>
            <a:ext cx="1503572" cy="565080"/>
            <a:chOff x="1544428" y="150130"/>
            <a:chExt cx="1503572" cy="565080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8927A7A-607A-435A-911D-0B147E088A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44428" y="150130"/>
              <a:ext cx="751786" cy="56508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32A4190-7D91-4984-A3B3-8E31AAD0C08B}"/>
                </a:ext>
              </a:extLst>
            </p:cNvPr>
            <p:cNvCxnSpPr>
              <a:cxnSpLocks/>
            </p:cNvCxnSpPr>
            <p:nvPr/>
          </p:nvCxnSpPr>
          <p:spPr>
            <a:xfrm>
              <a:off x="2296214" y="150130"/>
              <a:ext cx="751786" cy="56508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9CC808F1-73C0-486A-9030-0E3740FFF3A4}"/>
              </a:ext>
            </a:extLst>
          </p:cNvPr>
          <p:cNvSpPr/>
          <p:nvPr/>
        </p:nvSpPr>
        <p:spPr>
          <a:xfrm>
            <a:off x="3436831" y="541419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A4317FF-4C86-4F80-8C74-96332B40385F}"/>
              </a:ext>
            </a:extLst>
          </p:cNvPr>
          <p:cNvSpPr/>
          <p:nvPr/>
        </p:nvSpPr>
        <p:spPr>
          <a:xfrm>
            <a:off x="3436831" y="2123386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263B063-6DE7-4641-A962-2899D4F5296E}"/>
              </a:ext>
            </a:extLst>
          </p:cNvPr>
          <p:cNvGrpSpPr/>
          <p:nvPr/>
        </p:nvGrpSpPr>
        <p:grpSpPr>
          <a:xfrm rot="5400000" flipH="1">
            <a:off x="2805089" y="556894"/>
            <a:ext cx="594643" cy="426248"/>
            <a:chOff x="1051099" y="1197756"/>
            <a:chExt cx="594643" cy="426248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5765D19D-A02C-45E4-B52B-40EB72E49E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099" y="1203268"/>
              <a:ext cx="297321" cy="420736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9C33029-3C81-47F4-AB07-3F3B8A58CA78}"/>
                </a:ext>
              </a:extLst>
            </p:cNvPr>
            <p:cNvCxnSpPr>
              <a:cxnSpLocks/>
            </p:cNvCxnSpPr>
            <p:nvPr/>
          </p:nvCxnSpPr>
          <p:spPr>
            <a:xfrm>
              <a:off x="1348421" y="1197756"/>
              <a:ext cx="297321" cy="420736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3" name="Oval 42">
            <a:extLst>
              <a:ext uri="{FF2B5EF4-FFF2-40B4-BE49-F238E27FC236}">
                <a16:creationId xmlns:a16="http://schemas.microsoft.com/office/drawing/2014/main" id="{A5AF3A17-1952-4E96-B2FC-0A3F3611905D}"/>
              </a:ext>
            </a:extLst>
          </p:cNvPr>
          <p:cNvSpPr/>
          <p:nvPr/>
        </p:nvSpPr>
        <p:spPr>
          <a:xfrm>
            <a:off x="2573759" y="335536"/>
            <a:ext cx="274320" cy="2743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6F753ED-97A1-4A70-8C18-178CCD24304F}"/>
              </a:ext>
            </a:extLst>
          </p:cNvPr>
          <p:cNvSpPr/>
          <p:nvPr/>
        </p:nvSpPr>
        <p:spPr>
          <a:xfrm>
            <a:off x="2573759" y="930180"/>
            <a:ext cx="274320" cy="27432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E5FB25C-AEC6-4FDF-9039-A8D9E91BFA28}"/>
              </a:ext>
            </a:extLst>
          </p:cNvPr>
          <p:cNvGrpSpPr/>
          <p:nvPr/>
        </p:nvGrpSpPr>
        <p:grpSpPr>
          <a:xfrm rot="5400000" flipH="1">
            <a:off x="2805088" y="2138861"/>
            <a:ext cx="594643" cy="426248"/>
            <a:chOff x="1051099" y="1197756"/>
            <a:chExt cx="594643" cy="426248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57CE6495-B2AC-4F2D-B775-D9FD98E398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099" y="1203268"/>
              <a:ext cx="297321" cy="420736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2981F166-B832-430B-80EB-C71299A0375C}"/>
                </a:ext>
              </a:extLst>
            </p:cNvPr>
            <p:cNvCxnSpPr>
              <a:cxnSpLocks/>
            </p:cNvCxnSpPr>
            <p:nvPr/>
          </p:nvCxnSpPr>
          <p:spPr>
            <a:xfrm>
              <a:off x="1348421" y="1197756"/>
              <a:ext cx="297321" cy="420736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Oval 47">
            <a:extLst>
              <a:ext uri="{FF2B5EF4-FFF2-40B4-BE49-F238E27FC236}">
                <a16:creationId xmlns:a16="http://schemas.microsoft.com/office/drawing/2014/main" id="{056F456A-4ADF-4B31-9D00-71E602144D64}"/>
              </a:ext>
            </a:extLst>
          </p:cNvPr>
          <p:cNvSpPr/>
          <p:nvPr/>
        </p:nvSpPr>
        <p:spPr>
          <a:xfrm>
            <a:off x="2573758" y="1917503"/>
            <a:ext cx="274320" cy="2743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A1FF759-94B9-4E76-9435-A3886D9E682B}"/>
              </a:ext>
            </a:extLst>
          </p:cNvPr>
          <p:cNvSpPr/>
          <p:nvPr/>
        </p:nvSpPr>
        <p:spPr>
          <a:xfrm>
            <a:off x="2573758" y="2512147"/>
            <a:ext cx="274320" cy="27432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E5886E6-2A22-45C7-A40F-F83D8F2AE2BC}"/>
              </a:ext>
            </a:extLst>
          </p:cNvPr>
          <p:cNvGrpSpPr/>
          <p:nvPr/>
        </p:nvGrpSpPr>
        <p:grpSpPr>
          <a:xfrm rot="5400000" flipH="1">
            <a:off x="2037120" y="238779"/>
            <a:ext cx="362852" cy="467833"/>
            <a:chOff x="2686718" y="1549598"/>
            <a:chExt cx="362852" cy="467833"/>
          </a:xfrm>
        </p:grpSpPr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3C2E8AFE-8983-4BAE-AEA1-4E41EA4DEA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6718" y="1549598"/>
              <a:ext cx="181427" cy="46783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9B59982D-BF8F-4791-9D01-D210D070DB3E}"/>
                </a:ext>
              </a:extLst>
            </p:cNvPr>
            <p:cNvCxnSpPr>
              <a:cxnSpLocks/>
            </p:cNvCxnSpPr>
            <p:nvPr/>
          </p:nvCxnSpPr>
          <p:spPr>
            <a:xfrm>
              <a:off x="2868143" y="1549598"/>
              <a:ext cx="181427" cy="46783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D8FC1BC-2E33-4067-8862-15736BB8914D}"/>
                  </a:ext>
                </a:extLst>
              </p:cNvPr>
              <p:cNvSpPr txBox="1"/>
              <p:nvPr/>
            </p:nvSpPr>
            <p:spPr>
              <a:xfrm>
                <a:off x="1649545" y="122664"/>
                <a:ext cx="33508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D8FC1BC-2E33-4067-8862-15736BB89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9545" y="122664"/>
                <a:ext cx="335085" cy="276999"/>
              </a:xfrm>
              <a:prstGeom prst="rect">
                <a:avLst/>
              </a:prstGeom>
              <a:blipFill>
                <a:blip r:embed="rId2"/>
                <a:stretch>
                  <a:fillRect l="-10909" b="-2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CDBAC08-021F-4231-A6DD-1CBE70932807}"/>
                  </a:ext>
                </a:extLst>
              </p:cNvPr>
              <p:cNvSpPr txBox="1"/>
              <p:nvPr/>
            </p:nvSpPr>
            <p:spPr>
              <a:xfrm>
                <a:off x="1649545" y="462323"/>
                <a:ext cx="33508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CDBAC08-021F-4231-A6DD-1CBE70932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9545" y="462323"/>
                <a:ext cx="335085" cy="276999"/>
              </a:xfrm>
              <a:prstGeom prst="rect">
                <a:avLst/>
              </a:prstGeom>
              <a:blipFill>
                <a:blip r:embed="rId3"/>
                <a:stretch>
                  <a:fillRect l="-10909"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75380C7E-4EE6-4F39-8B7D-C2EF9AE8F385}"/>
              </a:ext>
            </a:extLst>
          </p:cNvPr>
          <p:cNvGrpSpPr/>
          <p:nvPr/>
        </p:nvGrpSpPr>
        <p:grpSpPr>
          <a:xfrm rot="5400000" flipH="1">
            <a:off x="2037120" y="851926"/>
            <a:ext cx="362852" cy="467833"/>
            <a:chOff x="2686718" y="1549598"/>
            <a:chExt cx="362852" cy="467833"/>
          </a:xfrm>
        </p:grpSpPr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5B8E0F8B-47CA-4CEF-829F-F5F2B06E77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6718" y="1549598"/>
              <a:ext cx="181427" cy="46783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5EE50961-4EDB-4AB2-AE32-EBBC10C18B64}"/>
                </a:ext>
              </a:extLst>
            </p:cNvPr>
            <p:cNvCxnSpPr>
              <a:cxnSpLocks/>
            </p:cNvCxnSpPr>
            <p:nvPr/>
          </p:nvCxnSpPr>
          <p:spPr>
            <a:xfrm>
              <a:off x="2868143" y="1549598"/>
              <a:ext cx="181427" cy="46783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4D95383-782D-42D9-B0D0-1F4CCF2A8A0B}"/>
                  </a:ext>
                </a:extLst>
              </p:cNvPr>
              <p:cNvSpPr txBox="1"/>
              <p:nvPr/>
            </p:nvSpPr>
            <p:spPr>
              <a:xfrm>
                <a:off x="1649545" y="735811"/>
                <a:ext cx="33508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4D95383-782D-42D9-B0D0-1F4CCF2A8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9545" y="735811"/>
                <a:ext cx="335085" cy="276999"/>
              </a:xfrm>
              <a:prstGeom prst="rect">
                <a:avLst/>
              </a:prstGeom>
              <a:blipFill>
                <a:blip r:embed="rId4"/>
                <a:stretch>
                  <a:fillRect l="-10909"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CC3DCB7-02CA-4F36-8D9C-853DBE134690}"/>
                  </a:ext>
                </a:extLst>
              </p:cNvPr>
              <p:cNvSpPr txBox="1"/>
              <p:nvPr/>
            </p:nvSpPr>
            <p:spPr>
              <a:xfrm>
                <a:off x="1649545" y="1075470"/>
                <a:ext cx="33508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CC3DCB7-02CA-4F36-8D9C-853DBE134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9545" y="1075470"/>
                <a:ext cx="335085" cy="276999"/>
              </a:xfrm>
              <a:prstGeom prst="rect">
                <a:avLst/>
              </a:prstGeom>
              <a:blipFill>
                <a:blip r:embed="rId5"/>
                <a:stretch>
                  <a:fillRect l="-10909" b="-2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2CFAC1B4-DB82-411C-8F75-8C97D1C59C5B}"/>
              </a:ext>
            </a:extLst>
          </p:cNvPr>
          <p:cNvGrpSpPr/>
          <p:nvPr/>
        </p:nvGrpSpPr>
        <p:grpSpPr>
          <a:xfrm rot="5400000" flipH="1">
            <a:off x="2031606" y="2423546"/>
            <a:ext cx="362852" cy="467833"/>
            <a:chOff x="2686718" y="1549598"/>
            <a:chExt cx="362852" cy="467833"/>
          </a:xfrm>
        </p:grpSpPr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8C352617-9237-49CE-BFB0-FB8FF694EB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6718" y="1549598"/>
              <a:ext cx="181427" cy="46783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D1434C68-07B4-4104-AA7D-93BCD75F62E0}"/>
                </a:ext>
              </a:extLst>
            </p:cNvPr>
            <p:cNvCxnSpPr>
              <a:cxnSpLocks/>
            </p:cNvCxnSpPr>
            <p:nvPr/>
          </p:nvCxnSpPr>
          <p:spPr>
            <a:xfrm>
              <a:off x="2868143" y="1549598"/>
              <a:ext cx="181427" cy="46783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2016F5A-8228-47EC-8C16-3C58602E5888}"/>
                  </a:ext>
                </a:extLst>
              </p:cNvPr>
              <p:cNvSpPr txBox="1"/>
              <p:nvPr/>
            </p:nvSpPr>
            <p:spPr>
              <a:xfrm>
                <a:off x="1644031" y="2307431"/>
                <a:ext cx="33508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2016F5A-8228-47EC-8C16-3C58602E5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031" y="2307431"/>
                <a:ext cx="335085" cy="276999"/>
              </a:xfrm>
              <a:prstGeom prst="rect">
                <a:avLst/>
              </a:prstGeom>
              <a:blipFill>
                <a:blip r:embed="rId6"/>
                <a:stretch>
                  <a:fillRect l="-10909"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9393EE7-CE6F-4C0B-88FB-1414B6430935}"/>
                  </a:ext>
                </a:extLst>
              </p:cNvPr>
              <p:cNvSpPr txBox="1"/>
              <p:nvPr/>
            </p:nvSpPr>
            <p:spPr>
              <a:xfrm>
                <a:off x="1644031" y="2647090"/>
                <a:ext cx="33508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9393EE7-CE6F-4C0B-88FB-1414B6430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031" y="2647090"/>
                <a:ext cx="335085" cy="276999"/>
              </a:xfrm>
              <a:prstGeom prst="rect">
                <a:avLst/>
              </a:prstGeom>
              <a:blipFill>
                <a:blip r:embed="rId7"/>
                <a:stretch>
                  <a:fillRect l="-10909" b="-2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C800158E-21EC-45F9-B39C-EABADF72537B}"/>
              </a:ext>
            </a:extLst>
          </p:cNvPr>
          <p:cNvGrpSpPr/>
          <p:nvPr/>
        </p:nvGrpSpPr>
        <p:grpSpPr>
          <a:xfrm rot="5400000" flipH="1">
            <a:off x="2030326" y="1810399"/>
            <a:ext cx="362852" cy="467833"/>
            <a:chOff x="2686718" y="1549598"/>
            <a:chExt cx="362852" cy="467833"/>
          </a:xfrm>
        </p:grpSpPr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737B47DF-D800-411A-8F9A-0EF802A5B1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6718" y="1549598"/>
              <a:ext cx="181427" cy="46783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3337DB98-AFC9-4650-9188-6BA10BC3916E}"/>
                </a:ext>
              </a:extLst>
            </p:cNvPr>
            <p:cNvCxnSpPr>
              <a:cxnSpLocks/>
            </p:cNvCxnSpPr>
            <p:nvPr/>
          </p:nvCxnSpPr>
          <p:spPr>
            <a:xfrm>
              <a:off x="2868143" y="1549598"/>
              <a:ext cx="181427" cy="467833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E11AD5E-B54C-45D8-BF1F-8980F6ACF8DD}"/>
                  </a:ext>
                </a:extLst>
              </p:cNvPr>
              <p:cNvSpPr txBox="1"/>
              <p:nvPr/>
            </p:nvSpPr>
            <p:spPr>
              <a:xfrm>
                <a:off x="1642751" y="1694284"/>
                <a:ext cx="33508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E11AD5E-B54C-45D8-BF1F-8980F6ACF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751" y="1694284"/>
                <a:ext cx="335085" cy="276999"/>
              </a:xfrm>
              <a:prstGeom prst="rect">
                <a:avLst/>
              </a:prstGeom>
              <a:blipFill>
                <a:blip r:embed="rId8"/>
                <a:stretch>
                  <a:fillRect l="-10909"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964AE3C-1A0A-4B77-A4AB-E2FBA7D64FA9}"/>
                  </a:ext>
                </a:extLst>
              </p:cNvPr>
              <p:cNvSpPr txBox="1"/>
              <p:nvPr/>
            </p:nvSpPr>
            <p:spPr>
              <a:xfrm>
                <a:off x="1642751" y="2033943"/>
                <a:ext cx="33508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964AE3C-1A0A-4B77-A4AB-E2FBA7D64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751" y="2033943"/>
                <a:ext cx="335085" cy="276999"/>
              </a:xfrm>
              <a:prstGeom prst="rect">
                <a:avLst/>
              </a:prstGeom>
              <a:blipFill>
                <a:blip r:embed="rId9"/>
                <a:stretch>
                  <a:fillRect l="-10909"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26081BB-1372-4446-A3DB-75EC979D0EAB}"/>
                  </a:ext>
                </a:extLst>
              </p:cNvPr>
              <p:cNvSpPr txBox="1"/>
              <p:nvPr/>
            </p:nvSpPr>
            <p:spPr>
              <a:xfrm>
                <a:off x="381358" y="180594"/>
                <a:ext cx="117093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        )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</m:e>
                            <m:sub>
                              <m:r>
                                <a:rPr lang="en-US" sz="1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1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26081BB-1372-4446-A3DB-75EC979D0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58" y="180594"/>
                <a:ext cx="1170935" cy="184666"/>
              </a:xfrm>
              <a:prstGeom prst="rect">
                <a:avLst/>
              </a:prstGeom>
              <a:blipFill>
                <a:blip r:embed="rId10"/>
                <a:stretch>
                  <a:fillRect l="-3646" t="-6667" r="-5729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Oval 77">
            <a:extLst>
              <a:ext uri="{FF2B5EF4-FFF2-40B4-BE49-F238E27FC236}">
                <a16:creationId xmlns:a16="http://schemas.microsoft.com/office/drawing/2014/main" id="{F5F4FC56-20C2-4DC3-8437-88948FAA8F81}"/>
              </a:ext>
            </a:extLst>
          </p:cNvPr>
          <p:cNvSpPr/>
          <p:nvPr/>
        </p:nvSpPr>
        <p:spPr>
          <a:xfrm>
            <a:off x="1259458" y="238585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0D1D3D8-A0DC-478D-851F-3F9A91CDDEAF}"/>
              </a:ext>
            </a:extLst>
          </p:cNvPr>
          <p:cNvSpPr/>
          <p:nvPr/>
        </p:nvSpPr>
        <p:spPr>
          <a:xfrm>
            <a:off x="1384512" y="238585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B8037D7B-7F62-4E64-9B52-5D126B6024C2}"/>
              </a:ext>
            </a:extLst>
          </p:cNvPr>
          <p:cNvSpPr/>
          <p:nvPr/>
        </p:nvSpPr>
        <p:spPr>
          <a:xfrm>
            <a:off x="583677" y="238585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36C8C54-8615-4153-A0B3-8D4DDEF67A86}"/>
              </a:ext>
            </a:extLst>
          </p:cNvPr>
          <p:cNvSpPr/>
          <p:nvPr/>
        </p:nvSpPr>
        <p:spPr>
          <a:xfrm>
            <a:off x="708731" y="238585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92F1D51-C009-411A-8DDB-5070717674B3}"/>
                  </a:ext>
                </a:extLst>
              </p:cNvPr>
              <p:cNvSpPr txBox="1"/>
              <p:nvPr/>
            </p:nvSpPr>
            <p:spPr>
              <a:xfrm>
                <a:off x="381357" y="508489"/>
                <a:ext cx="117093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        )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</m:e>
                            <m:sub>
                              <m:r>
                                <a:rPr lang="en-US" sz="12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1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92F1D51-C009-411A-8DDB-507071767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57" y="508489"/>
                <a:ext cx="1170935" cy="184666"/>
              </a:xfrm>
              <a:prstGeom prst="rect">
                <a:avLst/>
              </a:prstGeom>
              <a:blipFill>
                <a:blip r:embed="rId11"/>
                <a:stretch>
                  <a:fillRect l="-3646" t="-3226" r="-5729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F8FCB26-DEA9-4556-8B7B-9FFE213F951C}"/>
                  </a:ext>
                </a:extLst>
              </p:cNvPr>
              <p:cNvSpPr txBox="1"/>
              <p:nvPr/>
            </p:nvSpPr>
            <p:spPr>
              <a:xfrm>
                <a:off x="376872" y="812084"/>
                <a:ext cx="117093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        )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</m:e>
                            <m:sub>
                              <m:r>
                                <a:rPr lang="en-US" sz="1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1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F8FCB26-DEA9-4556-8B7B-9FFE213F9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872" y="812084"/>
                <a:ext cx="1170935" cy="184666"/>
              </a:xfrm>
              <a:prstGeom prst="rect">
                <a:avLst/>
              </a:prstGeom>
              <a:blipFill>
                <a:blip r:embed="rId12"/>
                <a:stretch>
                  <a:fillRect l="-3646" t="-3226" r="-5729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722A7CE-38FE-4190-A5D8-9392CB5D3A2C}"/>
                  </a:ext>
                </a:extLst>
              </p:cNvPr>
              <p:cNvSpPr txBox="1"/>
              <p:nvPr/>
            </p:nvSpPr>
            <p:spPr>
              <a:xfrm>
                <a:off x="376872" y="1774688"/>
                <a:ext cx="117093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        )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</m:e>
                            <m:sub>
                              <m:r>
                                <a:rPr lang="en-US" sz="1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1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722A7CE-38FE-4190-A5D8-9392CB5D3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872" y="1774688"/>
                <a:ext cx="1170935" cy="184666"/>
              </a:xfrm>
              <a:prstGeom prst="rect">
                <a:avLst/>
              </a:prstGeom>
              <a:blipFill>
                <a:blip r:embed="rId13"/>
                <a:stretch>
                  <a:fillRect l="-3646" t="-3333" r="-5729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526710B-7ED2-4728-9950-0C83AFC304DE}"/>
                  </a:ext>
                </a:extLst>
              </p:cNvPr>
              <p:cNvSpPr txBox="1"/>
              <p:nvPr/>
            </p:nvSpPr>
            <p:spPr>
              <a:xfrm>
                <a:off x="377890" y="2371174"/>
                <a:ext cx="117093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        )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</m:e>
                            <m:sub>
                              <m:r>
                                <a:rPr lang="en-US" sz="12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1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526710B-7ED2-4728-9950-0C83AFC30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90" y="2371174"/>
                <a:ext cx="1170935" cy="184666"/>
              </a:xfrm>
              <a:prstGeom prst="rect">
                <a:avLst/>
              </a:prstGeom>
              <a:blipFill>
                <a:blip r:embed="rId14"/>
                <a:stretch>
                  <a:fillRect l="-3646" t="-6667" r="-5729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25C3020-D0AA-4439-8F7C-15B553C0880F}"/>
                  </a:ext>
                </a:extLst>
              </p:cNvPr>
              <p:cNvSpPr txBox="1"/>
              <p:nvPr/>
            </p:nvSpPr>
            <p:spPr>
              <a:xfrm>
                <a:off x="381355" y="1121636"/>
                <a:ext cx="117093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        )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</m:e>
                            <m:sub>
                              <m:r>
                                <a:rPr lang="en-US" sz="12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1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25C3020-D0AA-4439-8F7C-15B553C08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55" y="1121636"/>
                <a:ext cx="1170935" cy="184666"/>
              </a:xfrm>
              <a:prstGeom prst="rect">
                <a:avLst/>
              </a:prstGeom>
              <a:blipFill>
                <a:blip r:embed="rId15"/>
                <a:stretch>
                  <a:fillRect l="-3646" t="-6667" r="-5729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401384B-CBA5-4045-8313-83BA185A26B9}"/>
                  </a:ext>
                </a:extLst>
              </p:cNvPr>
              <p:cNvSpPr txBox="1"/>
              <p:nvPr/>
            </p:nvSpPr>
            <p:spPr>
              <a:xfrm>
                <a:off x="376872" y="2077780"/>
                <a:ext cx="117093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        )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</m:e>
                            <m:sub>
                              <m:r>
                                <a:rPr lang="en-US" sz="12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1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401384B-CBA5-4045-8313-83BA185A2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872" y="2077780"/>
                <a:ext cx="1170935" cy="184666"/>
              </a:xfrm>
              <a:prstGeom prst="rect">
                <a:avLst/>
              </a:prstGeom>
              <a:blipFill>
                <a:blip r:embed="rId16"/>
                <a:stretch>
                  <a:fillRect l="-3646" t="-6667" r="-5729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227607F-4A4E-4C38-8128-3CEF8DC03EB7}"/>
                  </a:ext>
                </a:extLst>
              </p:cNvPr>
              <p:cNvSpPr txBox="1"/>
              <p:nvPr/>
            </p:nvSpPr>
            <p:spPr>
              <a:xfrm>
                <a:off x="381355" y="2698518"/>
                <a:ext cx="117093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        )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</m:e>
                            <m:sub>
                              <m:r>
                                <a:rPr lang="en-US" sz="12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1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227607F-4A4E-4C38-8128-3CEF8DC03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55" y="2698518"/>
                <a:ext cx="1170935" cy="184666"/>
              </a:xfrm>
              <a:prstGeom prst="rect">
                <a:avLst/>
              </a:prstGeom>
              <a:blipFill>
                <a:blip r:embed="rId17"/>
                <a:stretch>
                  <a:fillRect l="-3646" t="-6667" r="-5729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Oval 88">
            <a:extLst>
              <a:ext uri="{FF2B5EF4-FFF2-40B4-BE49-F238E27FC236}">
                <a16:creationId xmlns:a16="http://schemas.microsoft.com/office/drawing/2014/main" id="{32DB55B1-BADC-4E17-9797-54C34B8130E8}"/>
              </a:ext>
            </a:extLst>
          </p:cNvPr>
          <p:cNvSpPr/>
          <p:nvPr/>
        </p:nvSpPr>
        <p:spPr>
          <a:xfrm>
            <a:off x="1253856" y="2758773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E40583E6-59A9-4422-B858-2548EBCB2440}"/>
              </a:ext>
            </a:extLst>
          </p:cNvPr>
          <p:cNvSpPr/>
          <p:nvPr/>
        </p:nvSpPr>
        <p:spPr>
          <a:xfrm>
            <a:off x="1384512" y="2758773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28F9EA2-C5A2-400E-9358-847F55D275C2}"/>
              </a:ext>
            </a:extLst>
          </p:cNvPr>
          <p:cNvSpPr/>
          <p:nvPr/>
        </p:nvSpPr>
        <p:spPr>
          <a:xfrm>
            <a:off x="583677" y="2758212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C0CA5589-4EE9-4E5C-B0CA-AEFB43BD08A0}"/>
              </a:ext>
            </a:extLst>
          </p:cNvPr>
          <p:cNvSpPr/>
          <p:nvPr/>
        </p:nvSpPr>
        <p:spPr>
          <a:xfrm>
            <a:off x="714333" y="2758212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E48D0AB0-C563-4433-8A9A-C9FAA5A76840}"/>
              </a:ext>
            </a:extLst>
          </p:cNvPr>
          <p:cNvSpPr/>
          <p:nvPr/>
        </p:nvSpPr>
        <p:spPr>
          <a:xfrm>
            <a:off x="579935" y="870078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68D144A-AEB0-4554-A06B-EFC92CD6EEF8}"/>
              </a:ext>
            </a:extLst>
          </p:cNvPr>
          <p:cNvSpPr/>
          <p:nvPr/>
        </p:nvSpPr>
        <p:spPr>
          <a:xfrm>
            <a:off x="701231" y="870531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BAC5F83D-A7C7-450D-85C1-0574BAA2B503}"/>
              </a:ext>
            </a:extLst>
          </p:cNvPr>
          <p:cNvSpPr/>
          <p:nvPr/>
        </p:nvSpPr>
        <p:spPr>
          <a:xfrm>
            <a:off x="1256382" y="864540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622FC141-E7D6-48C6-BD84-FF3D31C83209}"/>
              </a:ext>
            </a:extLst>
          </p:cNvPr>
          <p:cNvSpPr/>
          <p:nvPr/>
        </p:nvSpPr>
        <p:spPr>
          <a:xfrm>
            <a:off x="1377678" y="864993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E56126A5-8E98-45F2-9A5F-FE30A936C790}"/>
              </a:ext>
            </a:extLst>
          </p:cNvPr>
          <p:cNvSpPr/>
          <p:nvPr/>
        </p:nvSpPr>
        <p:spPr>
          <a:xfrm>
            <a:off x="1252624" y="564136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7A6201E2-15C1-4602-98E0-3438B4DA7210}"/>
              </a:ext>
            </a:extLst>
          </p:cNvPr>
          <p:cNvSpPr/>
          <p:nvPr/>
        </p:nvSpPr>
        <p:spPr>
          <a:xfrm>
            <a:off x="1377678" y="564136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3E51F0D-FB6D-4F47-AA25-AC31653AE2D3}"/>
              </a:ext>
            </a:extLst>
          </p:cNvPr>
          <p:cNvSpPr/>
          <p:nvPr/>
        </p:nvSpPr>
        <p:spPr>
          <a:xfrm>
            <a:off x="581116" y="568409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DE21312B-CABA-453F-8D5E-B23899990638}"/>
              </a:ext>
            </a:extLst>
          </p:cNvPr>
          <p:cNvSpPr/>
          <p:nvPr/>
        </p:nvSpPr>
        <p:spPr>
          <a:xfrm>
            <a:off x="706170" y="568409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70AF85BE-81FF-4BBE-B02C-C98415C6013D}"/>
              </a:ext>
            </a:extLst>
          </p:cNvPr>
          <p:cNvSpPr/>
          <p:nvPr/>
        </p:nvSpPr>
        <p:spPr>
          <a:xfrm>
            <a:off x="584208" y="1185707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10B9725B-69D7-45CF-9759-0013658652F4}"/>
              </a:ext>
            </a:extLst>
          </p:cNvPr>
          <p:cNvSpPr/>
          <p:nvPr/>
        </p:nvSpPr>
        <p:spPr>
          <a:xfrm>
            <a:off x="705504" y="1186160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97DB23D2-F53E-4D4C-A1FA-A96AADE90033}"/>
              </a:ext>
            </a:extLst>
          </p:cNvPr>
          <p:cNvSpPr/>
          <p:nvPr/>
        </p:nvSpPr>
        <p:spPr>
          <a:xfrm>
            <a:off x="1256382" y="1180169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9A277AB8-C9BD-49A1-B1AA-9EF78958AE26}"/>
              </a:ext>
            </a:extLst>
          </p:cNvPr>
          <p:cNvSpPr/>
          <p:nvPr/>
        </p:nvSpPr>
        <p:spPr>
          <a:xfrm>
            <a:off x="1377678" y="1180622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42B6EC11-D742-4B0B-92DC-20F0E1054183}"/>
              </a:ext>
            </a:extLst>
          </p:cNvPr>
          <p:cNvSpPr/>
          <p:nvPr/>
        </p:nvSpPr>
        <p:spPr>
          <a:xfrm>
            <a:off x="1247022" y="2428301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ED16EF68-A080-4F56-A550-15C01BC2D374}"/>
              </a:ext>
            </a:extLst>
          </p:cNvPr>
          <p:cNvSpPr/>
          <p:nvPr/>
        </p:nvSpPr>
        <p:spPr>
          <a:xfrm>
            <a:off x="1377678" y="2428301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3C1ADEBE-909A-4DC0-9A42-9E7D659206F7}"/>
              </a:ext>
            </a:extLst>
          </p:cNvPr>
          <p:cNvSpPr/>
          <p:nvPr/>
        </p:nvSpPr>
        <p:spPr>
          <a:xfrm>
            <a:off x="576843" y="2427740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698ED71B-F46B-444F-A0BF-24C8B408B539}"/>
              </a:ext>
            </a:extLst>
          </p:cNvPr>
          <p:cNvSpPr/>
          <p:nvPr/>
        </p:nvSpPr>
        <p:spPr>
          <a:xfrm>
            <a:off x="707499" y="2427740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3685B0D0-64A5-4205-B170-D19CC1C21422}"/>
              </a:ext>
            </a:extLst>
          </p:cNvPr>
          <p:cNvSpPr/>
          <p:nvPr/>
        </p:nvSpPr>
        <p:spPr>
          <a:xfrm>
            <a:off x="583677" y="1830692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13C14BAF-855D-4E51-8502-AA0BA9537D52}"/>
              </a:ext>
            </a:extLst>
          </p:cNvPr>
          <p:cNvSpPr/>
          <p:nvPr/>
        </p:nvSpPr>
        <p:spPr>
          <a:xfrm>
            <a:off x="701231" y="1830692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C38549EC-2AA7-454A-BA16-E7E89CBFBFDA}"/>
              </a:ext>
            </a:extLst>
          </p:cNvPr>
          <p:cNvSpPr/>
          <p:nvPr/>
        </p:nvSpPr>
        <p:spPr>
          <a:xfrm>
            <a:off x="576725" y="2135188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C9F06382-8F7B-4694-8BA5-A52BFD57D095}"/>
              </a:ext>
            </a:extLst>
          </p:cNvPr>
          <p:cNvSpPr/>
          <p:nvPr/>
        </p:nvSpPr>
        <p:spPr>
          <a:xfrm>
            <a:off x="694279" y="2135188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E44FDF5F-09C4-486E-A21B-DF0218E21E95}"/>
              </a:ext>
            </a:extLst>
          </p:cNvPr>
          <p:cNvSpPr/>
          <p:nvPr/>
        </p:nvSpPr>
        <p:spPr>
          <a:xfrm>
            <a:off x="1254613" y="1826150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93D718B6-AD3E-41DE-8549-9485C0A11384}"/>
              </a:ext>
            </a:extLst>
          </p:cNvPr>
          <p:cNvSpPr/>
          <p:nvPr/>
        </p:nvSpPr>
        <p:spPr>
          <a:xfrm>
            <a:off x="1372167" y="1826150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9638AA9E-6F1F-428C-A19B-BA196D72C454}"/>
              </a:ext>
            </a:extLst>
          </p:cNvPr>
          <p:cNvSpPr/>
          <p:nvPr/>
        </p:nvSpPr>
        <p:spPr>
          <a:xfrm>
            <a:off x="1253158" y="2130499"/>
            <a:ext cx="91440" cy="9144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D73354DD-609E-4C16-BA05-36F1C1E72B77}"/>
              </a:ext>
            </a:extLst>
          </p:cNvPr>
          <p:cNvSpPr/>
          <p:nvPr/>
        </p:nvSpPr>
        <p:spPr>
          <a:xfrm>
            <a:off x="1370712" y="2130499"/>
            <a:ext cx="91440" cy="914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801257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</TotalTime>
  <Words>172</Words>
  <Application>Microsoft Office PowerPoint</Application>
  <PresentationFormat>Custom</PresentationFormat>
  <Paragraphs>92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Quijano, Alex John</dc:creator>
  <cp:lastModifiedBy>Quijano, Alex John</cp:lastModifiedBy>
  <cp:revision>56</cp:revision>
  <dcterms:created xsi:type="dcterms:W3CDTF">2026-03-19T06:32:08Z</dcterms:created>
  <dcterms:modified xsi:type="dcterms:W3CDTF">2026-03-22T02:39:30Z</dcterms:modified>
</cp:coreProperties>
</file>