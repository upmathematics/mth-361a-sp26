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62" r:id="rId2"/>
    <p:sldId id="263" r:id="rId3"/>
    <p:sldId id="257" r:id="rId4"/>
    <p:sldId id="264" r:id="rId5"/>
  </p:sldIdLst>
  <p:sldSz cx="7315200" cy="5486400" type="B5JIS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18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897890"/>
            <a:ext cx="6217920" cy="191008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881630"/>
            <a:ext cx="5486400" cy="1324610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1E9A-BD26-442F-8BB6-C4E3A92D38F1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D2698-54DF-41EC-B4D8-174B9F6FE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20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1E9A-BD26-442F-8BB6-C4E3A92D38F1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D2698-54DF-41EC-B4D8-174B9F6FE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334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1367791"/>
            <a:ext cx="6309360" cy="228219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3671571"/>
            <a:ext cx="6309360" cy="1200150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1E9A-BD26-442F-8BB6-C4E3A92D38F1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D2698-54DF-41EC-B4D8-174B9F6FE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73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460500"/>
            <a:ext cx="310896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1460500"/>
            <a:ext cx="310896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1E9A-BD26-442F-8BB6-C4E3A92D38F1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D2698-54DF-41EC-B4D8-174B9F6FE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33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292101"/>
            <a:ext cx="630936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1344930"/>
            <a:ext cx="3094672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2004060"/>
            <a:ext cx="3094672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1344930"/>
            <a:ext cx="3109913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2004060"/>
            <a:ext cx="3109913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1E9A-BD26-442F-8BB6-C4E3A92D38F1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D2698-54DF-41EC-B4D8-174B9F6FE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24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1E9A-BD26-442F-8BB6-C4E3A92D38F1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D2698-54DF-41EC-B4D8-174B9F6FE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59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1E9A-BD26-442F-8BB6-C4E3A92D38F1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D2698-54DF-41EC-B4D8-174B9F6FE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234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365760"/>
            <a:ext cx="2359342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789941"/>
            <a:ext cx="3703320" cy="3898900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1645920"/>
            <a:ext cx="2359342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1E9A-BD26-442F-8BB6-C4E3A92D38F1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D2698-54DF-41EC-B4D8-174B9F6FE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29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365760"/>
            <a:ext cx="2359342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789941"/>
            <a:ext cx="3703320" cy="3898900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1645920"/>
            <a:ext cx="2359342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1E9A-BD26-442F-8BB6-C4E3A92D38F1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D2698-54DF-41EC-B4D8-174B9F6FE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8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1E9A-BD26-442F-8BB6-C4E3A92D38F1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D2698-54DF-41EC-B4D8-174B9F6FE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59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292100"/>
            <a:ext cx="1577340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292100"/>
            <a:ext cx="4640580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1E9A-BD26-442F-8BB6-C4E3A92D38F1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D2698-54DF-41EC-B4D8-174B9F6FE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32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292101"/>
            <a:ext cx="630936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460500"/>
            <a:ext cx="630936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5085081"/>
            <a:ext cx="164592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11E9A-BD26-442F-8BB6-C4E3A92D38F1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5085081"/>
            <a:ext cx="246888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5085081"/>
            <a:ext cx="164592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D2698-54DF-41EC-B4D8-174B9F6FE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9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41FC1-C91B-1D64-7D69-4C6D88610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22768D-9889-F04A-5BDA-A37C2B548B60}"/>
              </a:ext>
            </a:extLst>
          </p:cNvPr>
          <p:cNvSpPr/>
          <p:nvPr/>
        </p:nvSpPr>
        <p:spPr>
          <a:xfrm>
            <a:off x="747523" y="1901824"/>
            <a:ext cx="2743200" cy="27432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38762C-8BFA-F47B-95DE-912FDACA4B22}"/>
              </a:ext>
            </a:extLst>
          </p:cNvPr>
          <p:cNvSpPr/>
          <p:nvPr/>
        </p:nvSpPr>
        <p:spPr>
          <a:xfrm>
            <a:off x="820678" y="1901824"/>
            <a:ext cx="2594037" cy="2667222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E8EB3C2-6AE9-67D1-35F8-6944CA91AFE2}"/>
                  </a:ext>
                </a:extLst>
              </p:cNvPr>
              <p:cNvSpPr txBox="1"/>
              <p:nvPr/>
            </p:nvSpPr>
            <p:spPr>
              <a:xfrm>
                <a:off x="1758413" y="4715356"/>
                <a:ext cx="71856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4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E8EB3C2-6AE9-67D1-35F8-6944CA91A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413" y="4715356"/>
                <a:ext cx="71856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val 45">
            <a:extLst>
              <a:ext uri="{FF2B5EF4-FFF2-40B4-BE49-F238E27FC236}">
                <a16:creationId xmlns:a16="http://schemas.microsoft.com/office/drawing/2014/main" id="{DA6E8917-C9CE-F8EE-4ECB-C9B4B1FC0589}"/>
              </a:ext>
            </a:extLst>
          </p:cNvPr>
          <p:cNvSpPr/>
          <p:nvPr/>
        </p:nvSpPr>
        <p:spPr>
          <a:xfrm>
            <a:off x="3403472" y="360333"/>
            <a:ext cx="457200" cy="4572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ight Brace 65">
            <a:extLst>
              <a:ext uri="{FF2B5EF4-FFF2-40B4-BE49-F238E27FC236}">
                <a16:creationId xmlns:a16="http://schemas.microsoft.com/office/drawing/2014/main" id="{6811E630-62F1-3C0C-0054-80EC54946D89}"/>
              </a:ext>
            </a:extLst>
          </p:cNvPr>
          <p:cNvSpPr/>
          <p:nvPr/>
        </p:nvSpPr>
        <p:spPr>
          <a:xfrm rot="16200000">
            <a:off x="3308663" y="-1425641"/>
            <a:ext cx="646815" cy="5747766"/>
          </a:xfrm>
          <a:prstGeom prst="rightBrace">
            <a:avLst>
              <a:gd name="adj1" fmla="val 65435"/>
              <a:gd name="adj2" fmla="val 50000"/>
            </a:avLst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737BEA-FFE9-C76D-00D3-F878994874D0}"/>
              </a:ext>
            </a:extLst>
          </p:cNvPr>
          <p:cNvSpPr txBox="1"/>
          <p:nvPr/>
        </p:nvSpPr>
        <p:spPr>
          <a:xfrm>
            <a:off x="3996814" y="81184"/>
            <a:ext cx="5822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?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4764F10-11FC-FEBD-2848-78D0D8F8F62F}"/>
              </a:ext>
            </a:extLst>
          </p:cNvPr>
          <p:cNvSpPr/>
          <p:nvPr/>
        </p:nvSpPr>
        <p:spPr>
          <a:xfrm>
            <a:off x="3266768" y="226812"/>
            <a:ext cx="730046" cy="724253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0DA6918-207D-4B40-53AC-A04634E4567D}"/>
              </a:ext>
            </a:extLst>
          </p:cNvPr>
          <p:cNvSpPr/>
          <p:nvPr/>
        </p:nvSpPr>
        <p:spPr>
          <a:xfrm>
            <a:off x="1389609" y="4110347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2173B60-2AC4-D269-6099-3A23DCDFBE43}"/>
              </a:ext>
            </a:extLst>
          </p:cNvPr>
          <p:cNvSpPr/>
          <p:nvPr/>
        </p:nvSpPr>
        <p:spPr>
          <a:xfrm>
            <a:off x="880686" y="4111203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384EEFB-CD6D-C650-DA7B-EFA29F545B66}"/>
              </a:ext>
            </a:extLst>
          </p:cNvPr>
          <p:cNvSpPr/>
          <p:nvPr/>
        </p:nvSpPr>
        <p:spPr>
          <a:xfrm>
            <a:off x="1900431" y="4110347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D92BD78-159F-4CD9-28E8-606EBED9EE1B}"/>
              </a:ext>
            </a:extLst>
          </p:cNvPr>
          <p:cNvSpPr/>
          <p:nvPr/>
        </p:nvSpPr>
        <p:spPr>
          <a:xfrm>
            <a:off x="2411253" y="4110347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89215BA-41D1-6887-AA32-5911C1A007B5}"/>
              </a:ext>
            </a:extLst>
          </p:cNvPr>
          <p:cNvSpPr/>
          <p:nvPr/>
        </p:nvSpPr>
        <p:spPr>
          <a:xfrm>
            <a:off x="2922075" y="4110347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8BA0969-7C47-DF87-A46A-DDF540E1821D}"/>
              </a:ext>
            </a:extLst>
          </p:cNvPr>
          <p:cNvSpPr/>
          <p:nvPr/>
        </p:nvSpPr>
        <p:spPr>
          <a:xfrm>
            <a:off x="1902670" y="3587328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EBF2D32-C7F1-8965-B8EF-0147541E09BA}"/>
              </a:ext>
            </a:extLst>
          </p:cNvPr>
          <p:cNvSpPr/>
          <p:nvPr/>
        </p:nvSpPr>
        <p:spPr>
          <a:xfrm>
            <a:off x="1386874" y="3587328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5A6CDBD-0B8C-FDDD-71A3-BF02D3BD59D4}"/>
              </a:ext>
            </a:extLst>
          </p:cNvPr>
          <p:cNvSpPr/>
          <p:nvPr/>
        </p:nvSpPr>
        <p:spPr>
          <a:xfrm>
            <a:off x="2917154" y="3065356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6656A33-E9C9-4944-6E05-343AD09533A8}"/>
              </a:ext>
            </a:extLst>
          </p:cNvPr>
          <p:cNvSpPr/>
          <p:nvPr/>
        </p:nvSpPr>
        <p:spPr>
          <a:xfrm>
            <a:off x="875175" y="3587328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2441B84-4701-4C60-EF99-A4B8C759107D}"/>
              </a:ext>
            </a:extLst>
          </p:cNvPr>
          <p:cNvSpPr/>
          <p:nvPr/>
        </p:nvSpPr>
        <p:spPr>
          <a:xfrm>
            <a:off x="2922075" y="3588601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BC39D9F-EC41-058B-8CBE-6AB0F17BCB36}"/>
              </a:ext>
            </a:extLst>
          </p:cNvPr>
          <p:cNvSpPr/>
          <p:nvPr/>
        </p:nvSpPr>
        <p:spPr>
          <a:xfrm>
            <a:off x="880686" y="3065356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C0AFC04B-BCFB-7AF9-3C59-13FBFFC9EE75}"/>
              </a:ext>
            </a:extLst>
          </p:cNvPr>
          <p:cNvSpPr/>
          <p:nvPr/>
        </p:nvSpPr>
        <p:spPr>
          <a:xfrm>
            <a:off x="1386874" y="3065356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D303702C-E06A-21B9-4E39-7229B5159204}"/>
              </a:ext>
            </a:extLst>
          </p:cNvPr>
          <p:cNvSpPr/>
          <p:nvPr/>
        </p:nvSpPr>
        <p:spPr>
          <a:xfrm>
            <a:off x="1898920" y="3062810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BACB6CD-A404-E5E4-FECF-45B2823ACC30}"/>
              </a:ext>
            </a:extLst>
          </p:cNvPr>
          <p:cNvSpPr/>
          <p:nvPr/>
        </p:nvSpPr>
        <p:spPr>
          <a:xfrm>
            <a:off x="2402054" y="3062810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EA164F5-B9C5-7F49-B36D-707DE506A378}"/>
              </a:ext>
            </a:extLst>
          </p:cNvPr>
          <p:cNvSpPr/>
          <p:nvPr/>
        </p:nvSpPr>
        <p:spPr>
          <a:xfrm>
            <a:off x="2405584" y="3579993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A2C156D-8E36-D000-1751-C53288453D8E}"/>
              </a:ext>
            </a:extLst>
          </p:cNvPr>
          <p:cNvSpPr/>
          <p:nvPr/>
        </p:nvSpPr>
        <p:spPr>
          <a:xfrm>
            <a:off x="875175" y="2543650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4418424-FD52-E62E-2A17-25F64C6994CF}"/>
              </a:ext>
            </a:extLst>
          </p:cNvPr>
          <p:cNvSpPr/>
          <p:nvPr/>
        </p:nvSpPr>
        <p:spPr>
          <a:xfrm>
            <a:off x="1386874" y="2543650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E7BE7145-6966-9972-0181-8E432E464EA9}"/>
              </a:ext>
            </a:extLst>
          </p:cNvPr>
          <p:cNvSpPr/>
          <p:nvPr/>
        </p:nvSpPr>
        <p:spPr>
          <a:xfrm>
            <a:off x="1898573" y="2543650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93414CD8-413D-3639-D9B6-20124AEB62EC}"/>
              </a:ext>
            </a:extLst>
          </p:cNvPr>
          <p:cNvSpPr/>
          <p:nvPr/>
        </p:nvSpPr>
        <p:spPr>
          <a:xfrm>
            <a:off x="2410272" y="2545418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3419C41-371A-A2BB-9E27-08615856EE4D}"/>
              </a:ext>
            </a:extLst>
          </p:cNvPr>
          <p:cNvSpPr/>
          <p:nvPr/>
        </p:nvSpPr>
        <p:spPr>
          <a:xfrm>
            <a:off x="2917154" y="2543650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FFB829F-CC56-7AB3-9B0E-25B35D44E1F0}"/>
              </a:ext>
            </a:extLst>
          </p:cNvPr>
          <p:cNvSpPr/>
          <p:nvPr/>
        </p:nvSpPr>
        <p:spPr>
          <a:xfrm>
            <a:off x="1386874" y="2016122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5C228DF5-9ECB-7A57-1981-F84C78B9095D}"/>
              </a:ext>
            </a:extLst>
          </p:cNvPr>
          <p:cNvSpPr/>
          <p:nvPr/>
        </p:nvSpPr>
        <p:spPr>
          <a:xfrm>
            <a:off x="1898573" y="2021811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26907B48-DE5E-D479-B640-B664028A4AE9}"/>
              </a:ext>
            </a:extLst>
          </p:cNvPr>
          <p:cNvSpPr/>
          <p:nvPr/>
        </p:nvSpPr>
        <p:spPr>
          <a:xfrm>
            <a:off x="875175" y="2016122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B5C15E-AF7E-01C4-F0D1-4C9C00F31789}"/>
              </a:ext>
            </a:extLst>
          </p:cNvPr>
          <p:cNvSpPr/>
          <p:nvPr/>
        </p:nvSpPr>
        <p:spPr>
          <a:xfrm>
            <a:off x="3762753" y="1899002"/>
            <a:ext cx="2743200" cy="27432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E8FFFB5-9A57-E4EB-33C6-3CF0E8E353D6}"/>
              </a:ext>
            </a:extLst>
          </p:cNvPr>
          <p:cNvSpPr/>
          <p:nvPr/>
        </p:nvSpPr>
        <p:spPr>
          <a:xfrm>
            <a:off x="3835918" y="1899002"/>
            <a:ext cx="2594037" cy="2667222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609F565-3D19-E508-A619-0C8C33C5113D}"/>
                  </a:ext>
                </a:extLst>
              </p:cNvPr>
              <p:cNvSpPr txBox="1"/>
              <p:nvPr/>
            </p:nvSpPr>
            <p:spPr>
              <a:xfrm>
                <a:off x="4773652" y="4712541"/>
                <a:ext cx="71856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40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609F565-3D19-E508-A619-0C8C33C51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652" y="4712541"/>
                <a:ext cx="718567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Oval 95">
            <a:extLst>
              <a:ext uri="{FF2B5EF4-FFF2-40B4-BE49-F238E27FC236}">
                <a16:creationId xmlns:a16="http://schemas.microsoft.com/office/drawing/2014/main" id="{DA81DC0E-C7BE-76D0-DC5E-2EEFCC9F8F3A}"/>
              </a:ext>
            </a:extLst>
          </p:cNvPr>
          <p:cNvSpPr/>
          <p:nvPr/>
        </p:nvSpPr>
        <p:spPr>
          <a:xfrm>
            <a:off x="4404839" y="4107525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AAB50F09-A4A3-3ECE-A866-84636E536DB2}"/>
              </a:ext>
            </a:extLst>
          </p:cNvPr>
          <p:cNvSpPr/>
          <p:nvPr/>
        </p:nvSpPr>
        <p:spPr>
          <a:xfrm>
            <a:off x="3895916" y="4108381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B8F29AF5-CD61-F850-50A3-95CFF7963833}"/>
              </a:ext>
            </a:extLst>
          </p:cNvPr>
          <p:cNvSpPr/>
          <p:nvPr/>
        </p:nvSpPr>
        <p:spPr>
          <a:xfrm>
            <a:off x="4915661" y="4107525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2F87866F-7AAB-B224-7625-A4ACACE93F1B}"/>
              </a:ext>
            </a:extLst>
          </p:cNvPr>
          <p:cNvSpPr/>
          <p:nvPr/>
        </p:nvSpPr>
        <p:spPr>
          <a:xfrm>
            <a:off x="5426483" y="4107525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BB7334B-6D44-2BA7-CD28-06EE3F95E842}"/>
              </a:ext>
            </a:extLst>
          </p:cNvPr>
          <p:cNvSpPr/>
          <p:nvPr/>
        </p:nvSpPr>
        <p:spPr>
          <a:xfrm>
            <a:off x="5937305" y="4107525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A38366C8-F777-F9E9-1E63-FFEEA1FACFFC}"/>
              </a:ext>
            </a:extLst>
          </p:cNvPr>
          <p:cNvSpPr/>
          <p:nvPr/>
        </p:nvSpPr>
        <p:spPr>
          <a:xfrm>
            <a:off x="4917900" y="3584506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A0234FE-C4E0-F82F-59CF-0D59207AB0D4}"/>
              </a:ext>
            </a:extLst>
          </p:cNvPr>
          <p:cNvSpPr/>
          <p:nvPr/>
        </p:nvSpPr>
        <p:spPr>
          <a:xfrm>
            <a:off x="4402104" y="3584506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E9633FA-C686-6CEC-17B0-8761C8C6F45A}"/>
              </a:ext>
            </a:extLst>
          </p:cNvPr>
          <p:cNvSpPr/>
          <p:nvPr/>
        </p:nvSpPr>
        <p:spPr>
          <a:xfrm>
            <a:off x="5932384" y="3062534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FD3B1337-2A9E-75C8-237D-7C193DC3FCC4}"/>
              </a:ext>
            </a:extLst>
          </p:cNvPr>
          <p:cNvSpPr/>
          <p:nvPr/>
        </p:nvSpPr>
        <p:spPr>
          <a:xfrm>
            <a:off x="3890405" y="3584506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DD0E778C-2B31-815D-9912-EA9763C73509}"/>
              </a:ext>
            </a:extLst>
          </p:cNvPr>
          <p:cNvSpPr/>
          <p:nvPr/>
        </p:nvSpPr>
        <p:spPr>
          <a:xfrm>
            <a:off x="5937305" y="3585779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B777A50D-4DAA-A150-9405-B511F6F40534}"/>
              </a:ext>
            </a:extLst>
          </p:cNvPr>
          <p:cNvSpPr/>
          <p:nvPr/>
        </p:nvSpPr>
        <p:spPr>
          <a:xfrm>
            <a:off x="3895916" y="3062534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EC226060-99FA-EDA1-0073-EB0AED4C9A37}"/>
              </a:ext>
            </a:extLst>
          </p:cNvPr>
          <p:cNvSpPr/>
          <p:nvPr/>
        </p:nvSpPr>
        <p:spPr>
          <a:xfrm>
            <a:off x="4402104" y="3062534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C28984AA-3FD0-1785-FD19-6DBB93C9E6CF}"/>
              </a:ext>
            </a:extLst>
          </p:cNvPr>
          <p:cNvSpPr/>
          <p:nvPr/>
        </p:nvSpPr>
        <p:spPr>
          <a:xfrm>
            <a:off x="4914150" y="3059988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36DC5CB-BC6B-1F10-833E-1DC64895B01B}"/>
              </a:ext>
            </a:extLst>
          </p:cNvPr>
          <p:cNvSpPr/>
          <p:nvPr/>
        </p:nvSpPr>
        <p:spPr>
          <a:xfrm>
            <a:off x="5417284" y="3059988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222D322D-C716-8DF4-F717-2BC6BA203787}"/>
              </a:ext>
            </a:extLst>
          </p:cNvPr>
          <p:cNvSpPr/>
          <p:nvPr/>
        </p:nvSpPr>
        <p:spPr>
          <a:xfrm>
            <a:off x="5420814" y="3577171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99003D60-D315-BCE8-66FE-9B048BFE2607}"/>
              </a:ext>
            </a:extLst>
          </p:cNvPr>
          <p:cNvSpPr/>
          <p:nvPr/>
        </p:nvSpPr>
        <p:spPr>
          <a:xfrm>
            <a:off x="3890405" y="2540828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151B898-EF3A-F939-FCD1-B7146D61F9DA}"/>
              </a:ext>
            </a:extLst>
          </p:cNvPr>
          <p:cNvSpPr/>
          <p:nvPr/>
        </p:nvSpPr>
        <p:spPr>
          <a:xfrm>
            <a:off x="4402104" y="2540828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0ACA047F-01A8-EE1B-1F6F-204731C8AC89}"/>
              </a:ext>
            </a:extLst>
          </p:cNvPr>
          <p:cNvSpPr/>
          <p:nvPr/>
        </p:nvSpPr>
        <p:spPr>
          <a:xfrm>
            <a:off x="4913803" y="2540828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DE24ECCA-D622-EA64-05B5-491B57CF7892}"/>
              </a:ext>
            </a:extLst>
          </p:cNvPr>
          <p:cNvSpPr/>
          <p:nvPr/>
        </p:nvSpPr>
        <p:spPr>
          <a:xfrm>
            <a:off x="5425502" y="2542596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4A328477-92B4-5968-6FFA-624157C6FFC1}"/>
              </a:ext>
            </a:extLst>
          </p:cNvPr>
          <p:cNvSpPr/>
          <p:nvPr/>
        </p:nvSpPr>
        <p:spPr>
          <a:xfrm>
            <a:off x="5932384" y="2540828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F548734A-2C4D-CA1D-DFEF-A3DB6809E548}"/>
              </a:ext>
            </a:extLst>
          </p:cNvPr>
          <p:cNvSpPr/>
          <p:nvPr/>
        </p:nvSpPr>
        <p:spPr>
          <a:xfrm>
            <a:off x="2405584" y="2021811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452EF049-E469-2632-0CF6-5596AF2BE2B5}"/>
              </a:ext>
            </a:extLst>
          </p:cNvPr>
          <p:cNvSpPr/>
          <p:nvPr/>
        </p:nvSpPr>
        <p:spPr>
          <a:xfrm>
            <a:off x="2917154" y="2016122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324219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949C4-B39E-B20E-A7AD-4F6CB7E59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BABC0CE-FF97-D0A5-F02D-FA97A92DBE51}"/>
              </a:ext>
            </a:extLst>
          </p:cNvPr>
          <p:cNvSpPr/>
          <p:nvPr/>
        </p:nvSpPr>
        <p:spPr>
          <a:xfrm>
            <a:off x="747523" y="1901824"/>
            <a:ext cx="2743200" cy="27432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7D06A6-E272-FECB-C394-24BA084A18FB}"/>
              </a:ext>
            </a:extLst>
          </p:cNvPr>
          <p:cNvSpPr/>
          <p:nvPr/>
        </p:nvSpPr>
        <p:spPr>
          <a:xfrm>
            <a:off x="820678" y="1901824"/>
            <a:ext cx="2594037" cy="2667222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0C848BC-EA69-EE15-B2E3-5C8719A850CC}"/>
                  </a:ext>
                </a:extLst>
              </p:cNvPr>
              <p:cNvSpPr txBox="1"/>
              <p:nvPr/>
            </p:nvSpPr>
            <p:spPr>
              <a:xfrm>
                <a:off x="1758413" y="4715356"/>
                <a:ext cx="71856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4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0C848BC-EA69-EE15-B2E3-5C8719A85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413" y="4715356"/>
                <a:ext cx="71856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val 45">
            <a:extLst>
              <a:ext uri="{FF2B5EF4-FFF2-40B4-BE49-F238E27FC236}">
                <a16:creationId xmlns:a16="http://schemas.microsoft.com/office/drawing/2014/main" id="{57761329-7242-C448-C640-56678B8320EA}"/>
              </a:ext>
            </a:extLst>
          </p:cNvPr>
          <p:cNvSpPr/>
          <p:nvPr/>
        </p:nvSpPr>
        <p:spPr>
          <a:xfrm>
            <a:off x="3403472" y="360333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8FBCB6-05A2-4704-5E55-EBB514BFCD52}"/>
              </a:ext>
            </a:extLst>
          </p:cNvPr>
          <p:cNvSpPr/>
          <p:nvPr/>
        </p:nvSpPr>
        <p:spPr>
          <a:xfrm>
            <a:off x="3266768" y="226812"/>
            <a:ext cx="730046" cy="724253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4F2DE5F-C239-DFC2-0D8E-860B96A75425}"/>
              </a:ext>
            </a:extLst>
          </p:cNvPr>
          <p:cNvSpPr/>
          <p:nvPr/>
        </p:nvSpPr>
        <p:spPr>
          <a:xfrm>
            <a:off x="1389609" y="411034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789EEC1-FC88-CEEA-E015-8E48EC341AF6}"/>
              </a:ext>
            </a:extLst>
          </p:cNvPr>
          <p:cNvSpPr/>
          <p:nvPr/>
        </p:nvSpPr>
        <p:spPr>
          <a:xfrm>
            <a:off x="880686" y="4111203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54DD2F3-1F32-D3DE-CF2D-851935E854C2}"/>
              </a:ext>
            </a:extLst>
          </p:cNvPr>
          <p:cNvSpPr/>
          <p:nvPr/>
        </p:nvSpPr>
        <p:spPr>
          <a:xfrm>
            <a:off x="1900431" y="411034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3361112-C1A7-C796-29EA-356DBA8EFECE}"/>
              </a:ext>
            </a:extLst>
          </p:cNvPr>
          <p:cNvSpPr/>
          <p:nvPr/>
        </p:nvSpPr>
        <p:spPr>
          <a:xfrm>
            <a:off x="2411253" y="411034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6AF604F-D2D6-3F7C-3192-ED86844E115F}"/>
              </a:ext>
            </a:extLst>
          </p:cNvPr>
          <p:cNvSpPr/>
          <p:nvPr/>
        </p:nvSpPr>
        <p:spPr>
          <a:xfrm>
            <a:off x="2922075" y="411034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0EA4C7F-DF64-ABF4-AB13-7BC45D5563B0}"/>
              </a:ext>
            </a:extLst>
          </p:cNvPr>
          <p:cNvSpPr/>
          <p:nvPr/>
        </p:nvSpPr>
        <p:spPr>
          <a:xfrm>
            <a:off x="1902670" y="358732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AF3FAD84-DA8C-638E-5509-B7D2670E86E1}"/>
              </a:ext>
            </a:extLst>
          </p:cNvPr>
          <p:cNvSpPr/>
          <p:nvPr/>
        </p:nvSpPr>
        <p:spPr>
          <a:xfrm>
            <a:off x="1386874" y="358732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878ABCB-E02E-A6DF-B6F7-8CFFC4FCAB09}"/>
              </a:ext>
            </a:extLst>
          </p:cNvPr>
          <p:cNvSpPr/>
          <p:nvPr/>
        </p:nvSpPr>
        <p:spPr>
          <a:xfrm>
            <a:off x="2917154" y="306535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F17A305-E7B4-5EE5-2261-CDBC8650C259}"/>
              </a:ext>
            </a:extLst>
          </p:cNvPr>
          <p:cNvSpPr/>
          <p:nvPr/>
        </p:nvSpPr>
        <p:spPr>
          <a:xfrm>
            <a:off x="875175" y="358732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1B327A9-D000-4256-E257-F32E050154FD}"/>
              </a:ext>
            </a:extLst>
          </p:cNvPr>
          <p:cNvSpPr/>
          <p:nvPr/>
        </p:nvSpPr>
        <p:spPr>
          <a:xfrm>
            <a:off x="2922075" y="35886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3AB9CF6C-7442-00BA-77E2-D6518252C3A8}"/>
              </a:ext>
            </a:extLst>
          </p:cNvPr>
          <p:cNvSpPr/>
          <p:nvPr/>
        </p:nvSpPr>
        <p:spPr>
          <a:xfrm>
            <a:off x="880686" y="306535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02514FB3-2F15-BB91-9D3F-AA2DD0D2574F}"/>
              </a:ext>
            </a:extLst>
          </p:cNvPr>
          <p:cNvSpPr/>
          <p:nvPr/>
        </p:nvSpPr>
        <p:spPr>
          <a:xfrm>
            <a:off x="1386874" y="306535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D6714D5-CE5B-AC69-B000-5A02E1864957}"/>
              </a:ext>
            </a:extLst>
          </p:cNvPr>
          <p:cNvSpPr/>
          <p:nvPr/>
        </p:nvSpPr>
        <p:spPr>
          <a:xfrm>
            <a:off x="1898920" y="306281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9879F399-0D3E-C257-0B4E-86767F2F1DDD}"/>
              </a:ext>
            </a:extLst>
          </p:cNvPr>
          <p:cNvSpPr/>
          <p:nvPr/>
        </p:nvSpPr>
        <p:spPr>
          <a:xfrm>
            <a:off x="2402054" y="306281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996D6D5-A369-2CC9-C673-06C8084C332C}"/>
              </a:ext>
            </a:extLst>
          </p:cNvPr>
          <p:cNvSpPr/>
          <p:nvPr/>
        </p:nvSpPr>
        <p:spPr>
          <a:xfrm>
            <a:off x="2405584" y="3579993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0CDBE75-88B9-B4C6-4865-D9D42DA35E20}"/>
              </a:ext>
            </a:extLst>
          </p:cNvPr>
          <p:cNvSpPr/>
          <p:nvPr/>
        </p:nvSpPr>
        <p:spPr>
          <a:xfrm>
            <a:off x="875175" y="254365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B6F895B-EBAA-C3EE-96B2-FC4FCC0EFAC0}"/>
              </a:ext>
            </a:extLst>
          </p:cNvPr>
          <p:cNvSpPr/>
          <p:nvPr/>
        </p:nvSpPr>
        <p:spPr>
          <a:xfrm>
            <a:off x="1386874" y="254365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A6DC518-EF06-771C-8769-75F40728F24D}"/>
              </a:ext>
            </a:extLst>
          </p:cNvPr>
          <p:cNvSpPr/>
          <p:nvPr/>
        </p:nvSpPr>
        <p:spPr>
          <a:xfrm>
            <a:off x="1898573" y="254365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0DD2A33-FDC0-9DCF-37CC-B90CE2ED031B}"/>
              </a:ext>
            </a:extLst>
          </p:cNvPr>
          <p:cNvSpPr/>
          <p:nvPr/>
        </p:nvSpPr>
        <p:spPr>
          <a:xfrm>
            <a:off x="2410272" y="254541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00432CB-0C77-794B-2259-A8843D1402A0}"/>
              </a:ext>
            </a:extLst>
          </p:cNvPr>
          <p:cNvSpPr/>
          <p:nvPr/>
        </p:nvSpPr>
        <p:spPr>
          <a:xfrm>
            <a:off x="2917154" y="254365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A70170EA-5784-655B-EEB1-86537D13E9B3}"/>
              </a:ext>
            </a:extLst>
          </p:cNvPr>
          <p:cNvSpPr/>
          <p:nvPr/>
        </p:nvSpPr>
        <p:spPr>
          <a:xfrm>
            <a:off x="1386874" y="20161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C4B909EA-2EED-D06C-0006-AAECF3C7357A}"/>
              </a:ext>
            </a:extLst>
          </p:cNvPr>
          <p:cNvSpPr/>
          <p:nvPr/>
        </p:nvSpPr>
        <p:spPr>
          <a:xfrm>
            <a:off x="1898573" y="202181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2388CDC-0C5C-CE32-6ACF-90C0E5B846BA}"/>
              </a:ext>
            </a:extLst>
          </p:cNvPr>
          <p:cNvSpPr/>
          <p:nvPr/>
        </p:nvSpPr>
        <p:spPr>
          <a:xfrm>
            <a:off x="875175" y="20161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12C820A-7FEF-6F1C-6EA2-362C95931756}"/>
              </a:ext>
            </a:extLst>
          </p:cNvPr>
          <p:cNvSpPr/>
          <p:nvPr/>
        </p:nvSpPr>
        <p:spPr>
          <a:xfrm>
            <a:off x="3762753" y="1899002"/>
            <a:ext cx="2743200" cy="27432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08E7715-4F80-F973-EB57-ACAF8835C68D}"/>
              </a:ext>
            </a:extLst>
          </p:cNvPr>
          <p:cNvSpPr/>
          <p:nvPr/>
        </p:nvSpPr>
        <p:spPr>
          <a:xfrm>
            <a:off x="3835918" y="1899002"/>
            <a:ext cx="2594037" cy="2667222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B128B06-8052-0B0E-4A0A-47C8E71F094E}"/>
                  </a:ext>
                </a:extLst>
              </p:cNvPr>
              <p:cNvSpPr txBox="1"/>
              <p:nvPr/>
            </p:nvSpPr>
            <p:spPr>
              <a:xfrm>
                <a:off x="4773652" y="4712541"/>
                <a:ext cx="71856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40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B128B06-8052-0B0E-4A0A-47C8E71F0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652" y="4712541"/>
                <a:ext cx="718567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Oval 95">
            <a:extLst>
              <a:ext uri="{FF2B5EF4-FFF2-40B4-BE49-F238E27FC236}">
                <a16:creationId xmlns:a16="http://schemas.microsoft.com/office/drawing/2014/main" id="{B57DCBF4-3DCA-85B1-992C-BD25015B0CB1}"/>
              </a:ext>
            </a:extLst>
          </p:cNvPr>
          <p:cNvSpPr/>
          <p:nvPr/>
        </p:nvSpPr>
        <p:spPr>
          <a:xfrm>
            <a:off x="4404839" y="410752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E8F49B2D-2B39-31DD-96F8-85032498528A}"/>
              </a:ext>
            </a:extLst>
          </p:cNvPr>
          <p:cNvSpPr/>
          <p:nvPr/>
        </p:nvSpPr>
        <p:spPr>
          <a:xfrm>
            <a:off x="3895916" y="410838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42FB7DFE-CA92-D637-6262-EC144D181F94}"/>
              </a:ext>
            </a:extLst>
          </p:cNvPr>
          <p:cNvSpPr/>
          <p:nvPr/>
        </p:nvSpPr>
        <p:spPr>
          <a:xfrm>
            <a:off x="4915661" y="410752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D172AB8E-2518-D390-B5F0-0C9CBAC01F31}"/>
              </a:ext>
            </a:extLst>
          </p:cNvPr>
          <p:cNvSpPr/>
          <p:nvPr/>
        </p:nvSpPr>
        <p:spPr>
          <a:xfrm>
            <a:off x="5426483" y="410752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4B753CDB-B755-201A-5A77-ECE2308136D0}"/>
              </a:ext>
            </a:extLst>
          </p:cNvPr>
          <p:cNvSpPr/>
          <p:nvPr/>
        </p:nvSpPr>
        <p:spPr>
          <a:xfrm>
            <a:off x="5937305" y="410752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CC3E0073-2314-81CB-40BD-BA2408A92EE9}"/>
              </a:ext>
            </a:extLst>
          </p:cNvPr>
          <p:cNvSpPr/>
          <p:nvPr/>
        </p:nvSpPr>
        <p:spPr>
          <a:xfrm>
            <a:off x="4917900" y="358450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4B8E45D3-D9B9-FD71-1BE5-113227BE3230}"/>
              </a:ext>
            </a:extLst>
          </p:cNvPr>
          <p:cNvSpPr/>
          <p:nvPr/>
        </p:nvSpPr>
        <p:spPr>
          <a:xfrm>
            <a:off x="4402104" y="358450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17E0B09-C20A-AD46-1C77-440007D223B5}"/>
              </a:ext>
            </a:extLst>
          </p:cNvPr>
          <p:cNvSpPr/>
          <p:nvPr/>
        </p:nvSpPr>
        <p:spPr>
          <a:xfrm>
            <a:off x="5932384" y="306253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06704B7-BD41-F649-7F8D-650853004B6A}"/>
              </a:ext>
            </a:extLst>
          </p:cNvPr>
          <p:cNvSpPr/>
          <p:nvPr/>
        </p:nvSpPr>
        <p:spPr>
          <a:xfrm>
            <a:off x="3890405" y="358450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EC31985D-10B3-A825-23A5-01D38BFE4A97}"/>
              </a:ext>
            </a:extLst>
          </p:cNvPr>
          <p:cNvSpPr/>
          <p:nvPr/>
        </p:nvSpPr>
        <p:spPr>
          <a:xfrm>
            <a:off x="5937305" y="3585779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82BAF800-79E7-D32F-BF43-47079DAF8A27}"/>
              </a:ext>
            </a:extLst>
          </p:cNvPr>
          <p:cNvSpPr/>
          <p:nvPr/>
        </p:nvSpPr>
        <p:spPr>
          <a:xfrm>
            <a:off x="3895916" y="306253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AA1D7FD4-6642-5414-9896-30838B10B622}"/>
              </a:ext>
            </a:extLst>
          </p:cNvPr>
          <p:cNvSpPr/>
          <p:nvPr/>
        </p:nvSpPr>
        <p:spPr>
          <a:xfrm>
            <a:off x="4402104" y="306253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85D93E0C-37D2-8025-A672-602D59796588}"/>
              </a:ext>
            </a:extLst>
          </p:cNvPr>
          <p:cNvSpPr/>
          <p:nvPr/>
        </p:nvSpPr>
        <p:spPr>
          <a:xfrm>
            <a:off x="4914150" y="305998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BAB817B-4989-FDE6-8BC0-2113DC62F9BB}"/>
              </a:ext>
            </a:extLst>
          </p:cNvPr>
          <p:cNvSpPr/>
          <p:nvPr/>
        </p:nvSpPr>
        <p:spPr>
          <a:xfrm>
            <a:off x="5417284" y="305998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F6F3A0B1-6F42-C9E0-690E-BAF7DECE6E36}"/>
              </a:ext>
            </a:extLst>
          </p:cNvPr>
          <p:cNvSpPr/>
          <p:nvPr/>
        </p:nvSpPr>
        <p:spPr>
          <a:xfrm>
            <a:off x="5420814" y="357717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6BDAE5B3-7D0E-F224-0C8A-EB60DAEBF61C}"/>
              </a:ext>
            </a:extLst>
          </p:cNvPr>
          <p:cNvSpPr/>
          <p:nvPr/>
        </p:nvSpPr>
        <p:spPr>
          <a:xfrm>
            <a:off x="3890405" y="254082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0BC620C-2C98-0E21-2630-2BD5E22C8C74}"/>
              </a:ext>
            </a:extLst>
          </p:cNvPr>
          <p:cNvSpPr/>
          <p:nvPr/>
        </p:nvSpPr>
        <p:spPr>
          <a:xfrm>
            <a:off x="4402104" y="254082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47884F99-8439-16AE-27C9-E120A4F03ACD}"/>
              </a:ext>
            </a:extLst>
          </p:cNvPr>
          <p:cNvSpPr/>
          <p:nvPr/>
        </p:nvSpPr>
        <p:spPr>
          <a:xfrm>
            <a:off x="4913803" y="254082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E37ADA51-C36F-8F58-155C-85F9DA23F2CD}"/>
              </a:ext>
            </a:extLst>
          </p:cNvPr>
          <p:cNvSpPr/>
          <p:nvPr/>
        </p:nvSpPr>
        <p:spPr>
          <a:xfrm>
            <a:off x="5425502" y="254259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B0C25ED8-0DEC-83A5-62D3-1E035B3273DC}"/>
              </a:ext>
            </a:extLst>
          </p:cNvPr>
          <p:cNvSpPr/>
          <p:nvPr/>
        </p:nvSpPr>
        <p:spPr>
          <a:xfrm>
            <a:off x="5932384" y="254082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07E21343-9118-919E-1F95-CFAB687496DC}"/>
              </a:ext>
            </a:extLst>
          </p:cNvPr>
          <p:cNvSpPr/>
          <p:nvPr/>
        </p:nvSpPr>
        <p:spPr>
          <a:xfrm>
            <a:off x="2405584" y="202181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46AC8853-82EB-0023-C033-5DB6EB814D59}"/>
              </a:ext>
            </a:extLst>
          </p:cNvPr>
          <p:cNvSpPr/>
          <p:nvPr/>
        </p:nvSpPr>
        <p:spPr>
          <a:xfrm>
            <a:off x="2917154" y="20161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01F7C5-6083-81A9-2BA6-D03AEB7657B9}"/>
              </a:ext>
            </a:extLst>
          </p:cNvPr>
          <p:cNvSpPr txBox="1"/>
          <p:nvPr/>
        </p:nvSpPr>
        <p:spPr>
          <a:xfrm>
            <a:off x="6551667" y="2761751"/>
            <a:ext cx="5822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9ECCF-3FEB-87E1-2D81-135DA6431BBC}"/>
              </a:ext>
            </a:extLst>
          </p:cNvPr>
          <p:cNvSpPr txBox="1"/>
          <p:nvPr/>
        </p:nvSpPr>
        <p:spPr>
          <a:xfrm>
            <a:off x="115630" y="2762770"/>
            <a:ext cx="5822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?</a:t>
            </a:r>
          </a:p>
        </p:txBody>
      </p:sp>
      <p:sp>
        <p:nvSpPr>
          <p:cNvPr id="58" name="Right Brace 57">
            <a:extLst>
              <a:ext uri="{FF2B5EF4-FFF2-40B4-BE49-F238E27FC236}">
                <a16:creationId xmlns:a16="http://schemas.microsoft.com/office/drawing/2014/main" id="{6A37F6FC-2DE9-4972-8DFA-71FD0EC1465E}"/>
              </a:ext>
            </a:extLst>
          </p:cNvPr>
          <p:cNvSpPr/>
          <p:nvPr/>
        </p:nvSpPr>
        <p:spPr>
          <a:xfrm rot="16200000">
            <a:off x="3308663" y="-1425641"/>
            <a:ext cx="646815" cy="5747766"/>
          </a:xfrm>
          <a:prstGeom prst="rightBrace">
            <a:avLst>
              <a:gd name="adj1" fmla="val 65435"/>
              <a:gd name="adj2" fmla="val 50000"/>
            </a:avLst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63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C7E72-3DD6-A8E8-1490-8B674E5BB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F7251E-7B4E-C0F4-73FD-EFA4DBEE4A42}"/>
              </a:ext>
            </a:extLst>
          </p:cNvPr>
          <p:cNvSpPr/>
          <p:nvPr/>
        </p:nvSpPr>
        <p:spPr>
          <a:xfrm>
            <a:off x="747523" y="1901824"/>
            <a:ext cx="2743200" cy="27432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7C8E7F-AB4C-E630-7B06-AD20A86F2610}"/>
              </a:ext>
            </a:extLst>
          </p:cNvPr>
          <p:cNvSpPr/>
          <p:nvPr/>
        </p:nvSpPr>
        <p:spPr>
          <a:xfrm>
            <a:off x="820678" y="1901824"/>
            <a:ext cx="2594037" cy="2667222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F37B7B5-7D5F-329B-0957-76C475EEF5F6}"/>
                  </a:ext>
                </a:extLst>
              </p:cNvPr>
              <p:cNvSpPr txBox="1"/>
              <p:nvPr/>
            </p:nvSpPr>
            <p:spPr>
              <a:xfrm>
                <a:off x="1758413" y="4715356"/>
                <a:ext cx="71856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4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F37B7B5-7D5F-329B-0957-76C475EEF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413" y="4715356"/>
                <a:ext cx="71856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val 45">
            <a:extLst>
              <a:ext uri="{FF2B5EF4-FFF2-40B4-BE49-F238E27FC236}">
                <a16:creationId xmlns:a16="http://schemas.microsoft.com/office/drawing/2014/main" id="{33E53A1C-28D5-456A-77B0-F35F8418C3AE}"/>
              </a:ext>
            </a:extLst>
          </p:cNvPr>
          <p:cNvSpPr/>
          <p:nvPr/>
        </p:nvSpPr>
        <p:spPr>
          <a:xfrm>
            <a:off x="3129325" y="353076"/>
            <a:ext cx="457200" cy="4572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64274D1-3AEC-E059-B899-BE181CA5120F}"/>
              </a:ext>
            </a:extLst>
          </p:cNvPr>
          <p:cNvSpPr/>
          <p:nvPr/>
        </p:nvSpPr>
        <p:spPr>
          <a:xfrm>
            <a:off x="3697584" y="353076"/>
            <a:ext cx="457200" cy="4572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CFE0BB-3CBF-8614-9BA6-DBB217CFDD12}"/>
              </a:ext>
            </a:extLst>
          </p:cNvPr>
          <p:cNvSpPr txBox="1"/>
          <p:nvPr/>
        </p:nvSpPr>
        <p:spPr>
          <a:xfrm>
            <a:off x="4316234" y="81184"/>
            <a:ext cx="5822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?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146A486-0190-DE27-E4EB-281DCFB693E2}"/>
              </a:ext>
            </a:extLst>
          </p:cNvPr>
          <p:cNvSpPr/>
          <p:nvPr/>
        </p:nvSpPr>
        <p:spPr>
          <a:xfrm>
            <a:off x="2959382" y="226812"/>
            <a:ext cx="1356852" cy="724253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19D7F01-4AB1-4CF1-CCC6-A94B9C15A4BD}"/>
              </a:ext>
            </a:extLst>
          </p:cNvPr>
          <p:cNvSpPr/>
          <p:nvPr/>
        </p:nvSpPr>
        <p:spPr>
          <a:xfrm>
            <a:off x="1389609" y="4110347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C2C22A3-4B33-984A-6B41-BB16D7E34B18}"/>
              </a:ext>
            </a:extLst>
          </p:cNvPr>
          <p:cNvSpPr/>
          <p:nvPr/>
        </p:nvSpPr>
        <p:spPr>
          <a:xfrm>
            <a:off x="880686" y="4111203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FF2450F-6D79-4A2C-AE51-8F2E883659A8}"/>
              </a:ext>
            </a:extLst>
          </p:cNvPr>
          <p:cNvSpPr/>
          <p:nvPr/>
        </p:nvSpPr>
        <p:spPr>
          <a:xfrm>
            <a:off x="1900431" y="4110347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1C35AF5-C896-E897-6823-1C0FE13CFE51}"/>
              </a:ext>
            </a:extLst>
          </p:cNvPr>
          <p:cNvSpPr/>
          <p:nvPr/>
        </p:nvSpPr>
        <p:spPr>
          <a:xfrm>
            <a:off x="2411253" y="4110347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F27E073-2A89-4132-0C59-54DA2B77D4CE}"/>
              </a:ext>
            </a:extLst>
          </p:cNvPr>
          <p:cNvSpPr/>
          <p:nvPr/>
        </p:nvSpPr>
        <p:spPr>
          <a:xfrm>
            <a:off x="2922075" y="4110347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AFA2026-5FF0-9EA0-A857-0190D2BBEB73}"/>
              </a:ext>
            </a:extLst>
          </p:cNvPr>
          <p:cNvSpPr/>
          <p:nvPr/>
        </p:nvSpPr>
        <p:spPr>
          <a:xfrm>
            <a:off x="1902670" y="3587328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8EDDFD7-C151-A9DF-EEB2-C976E1D8EDAA}"/>
              </a:ext>
            </a:extLst>
          </p:cNvPr>
          <p:cNvSpPr/>
          <p:nvPr/>
        </p:nvSpPr>
        <p:spPr>
          <a:xfrm>
            <a:off x="1386874" y="3587328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8F185213-550B-7C22-CF30-88A3364F01E8}"/>
              </a:ext>
            </a:extLst>
          </p:cNvPr>
          <p:cNvSpPr/>
          <p:nvPr/>
        </p:nvSpPr>
        <p:spPr>
          <a:xfrm>
            <a:off x="2917154" y="3065356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F6AC740B-332E-9295-755C-43043EE7D501}"/>
              </a:ext>
            </a:extLst>
          </p:cNvPr>
          <p:cNvSpPr/>
          <p:nvPr/>
        </p:nvSpPr>
        <p:spPr>
          <a:xfrm>
            <a:off x="875175" y="3587328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4F585DF-6039-B51A-EDBE-A605EED4E035}"/>
              </a:ext>
            </a:extLst>
          </p:cNvPr>
          <p:cNvSpPr/>
          <p:nvPr/>
        </p:nvSpPr>
        <p:spPr>
          <a:xfrm>
            <a:off x="2922075" y="3588601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6B7F6A8A-9DC6-0580-4953-B07875006087}"/>
              </a:ext>
            </a:extLst>
          </p:cNvPr>
          <p:cNvSpPr/>
          <p:nvPr/>
        </p:nvSpPr>
        <p:spPr>
          <a:xfrm>
            <a:off x="880686" y="3065356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2D2A69D-C781-714B-1FEC-71870007CCD9}"/>
              </a:ext>
            </a:extLst>
          </p:cNvPr>
          <p:cNvSpPr/>
          <p:nvPr/>
        </p:nvSpPr>
        <p:spPr>
          <a:xfrm>
            <a:off x="1386874" y="3065356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2FABC56-7CD9-2D04-4938-2C7E13073FD3}"/>
              </a:ext>
            </a:extLst>
          </p:cNvPr>
          <p:cNvSpPr/>
          <p:nvPr/>
        </p:nvSpPr>
        <p:spPr>
          <a:xfrm>
            <a:off x="1898920" y="3062810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E36AFC37-27FB-D9FC-4D97-871354734E28}"/>
              </a:ext>
            </a:extLst>
          </p:cNvPr>
          <p:cNvSpPr/>
          <p:nvPr/>
        </p:nvSpPr>
        <p:spPr>
          <a:xfrm>
            <a:off x="2402054" y="3062810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B27A76D-3740-755E-F741-15B475DF59DF}"/>
              </a:ext>
            </a:extLst>
          </p:cNvPr>
          <p:cNvSpPr/>
          <p:nvPr/>
        </p:nvSpPr>
        <p:spPr>
          <a:xfrm>
            <a:off x="2405584" y="3579993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BB8270F-D813-A42F-A8A5-154BEECAA3B5}"/>
              </a:ext>
            </a:extLst>
          </p:cNvPr>
          <p:cNvSpPr/>
          <p:nvPr/>
        </p:nvSpPr>
        <p:spPr>
          <a:xfrm>
            <a:off x="875175" y="2543650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476606D-B7C4-F598-A4CF-1F4F5962988B}"/>
              </a:ext>
            </a:extLst>
          </p:cNvPr>
          <p:cNvSpPr/>
          <p:nvPr/>
        </p:nvSpPr>
        <p:spPr>
          <a:xfrm>
            <a:off x="1386874" y="2543650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0A93CF4-C357-0096-5C7C-8EE8F29DD132}"/>
              </a:ext>
            </a:extLst>
          </p:cNvPr>
          <p:cNvSpPr/>
          <p:nvPr/>
        </p:nvSpPr>
        <p:spPr>
          <a:xfrm>
            <a:off x="1898573" y="2543650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2859E38-2443-95C4-8D2F-F733B2F31C5C}"/>
              </a:ext>
            </a:extLst>
          </p:cNvPr>
          <p:cNvSpPr/>
          <p:nvPr/>
        </p:nvSpPr>
        <p:spPr>
          <a:xfrm>
            <a:off x="2410272" y="2545418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D06E80B-E893-0548-B08F-8AEE6FA8E25F}"/>
              </a:ext>
            </a:extLst>
          </p:cNvPr>
          <p:cNvSpPr/>
          <p:nvPr/>
        </p:nvSpPr>
        <p:spPr>
          <a:xfrm>
            <a:off x="2917154" y="2543650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7B1F911-72FC-5ECA-F78F-5F098BB7D769}"/>
              </a:ext>
            </a:extLst>
          </p:cNvPr>
          <p:cNvSpPr/>
          <p:nvPr/>
        </p:nvSpPr>
        <p:spPr>
          <a:xfrm>
            <a:off x="1386874" y="2016122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4F430BD-85C8-2951-E5C2-662D6A2F25D2}"/>
              </a:ext>
            </a:extLst>
          </p:cNvPr>
          <p:cNvSpPr/>
          <p:nvPr/>
        </p:nvSpPr>
        <p:spPr>
          <a:xfrm>
            <a:off x="1898573" y="2021811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6E4BCD2-D0FA-1824-38D8-1B9CDAE927E0}"/>
              </a:ext>
            </a:extLst>
          </p:cNvPr>
          <p:cNvSpPr/>
          <p:nvPr/>
        </p:nvSpPr>
        <p:spPr>
          <a:xfrm>
            <a:off x="875175" y="2016122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E8539B1-EB97-56B4-24E1-C6DFD7F9DF4A}"/>
              </a:ext>
            </a:extLst>
          </p:cNvPr>
          <p:cNvSpPr/>
          <p:nvPr/>
        </p:nvSpPr>
        <p:spPr>
          <a:xfrm>
            <a:off x="3762753" y="1899002"/>
            <a:ext cx="2743200" cy="27432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186F2DC-0A4E-013F-488B-0E0F2EEAAB70}"/>
              </a:ext>
            </a:extLst>
          </p:cNvPr>
          <p:cNvSpPr/>
          <p:nvPr/>
        </p:nvSpPr>
        <p:spPr>
          <a:xfrm>
            <a:off x="3835918" y="1899002"/>
            <a:ext cx="2594037" cy="2667222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7AA10AD-8AFA-02B2-431F-E297227FEBE0}"/>
                  </a:ext>
                </a:extLst>
              </p:cNvPr>
              <p:cNvSpPr txBox="1"/>
              <p:nvPr/>
            </p:nvSpPr>
            <p:spPr>
              <a:xfrm>
                <a:off x="4773652" y="4712541"/>
                <a:ext cx="71856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40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7AA10AD-8AFA-02B2-431F-E297227FE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652" y="4712541"/>
                <a:ext cx="718567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Oval 95">
            <a:extLst>
              <a:ext uri="{FF2B5EF4-FFF2-40B4-BE49-F238E27FC236}">
                <a16:creationId xmlns:a16="http://schemas.microsoft.com/office/drawing/2014/main" id="{CA1D93BA-1B41-EF3E-6599-DF70EAD28FA8}"/>
              </a:ext>
            </a:extLst>
          </p:cNvPr>
          <p:cNvSpPr/>
          <p:nvPr/>
        </p:nvSpPr>
        <p:spPr>
          <a:xfrm>
            <a:off x="4404839" y="4107525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328C5B7E-7627-34B5-24B7-56339CD23D89}"/>
              </a:ext>
            </a:extLst>
          </p:cNvPr>
          <p:cNvSpPr/>
          <p:nvPr/>
        </p:nvSpPr>
        <p:spPr>
          <a:xfrm>
            <a:off x="3895916" y="4108381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5BBBF6B9-65DA-7079-9793-F9E1A46020DE}"/>
              </a:ext>
            </a:extLst>
          </p:cNvPr>
          <p:cNvSpPr/>
          <p:nvPr/>
        </p:nvSpPr>
        <p:spPr>
          <a:xfrm>
            <a:off x="4915661" y="4107525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207DD9F-79A0-C444-A3DE-F72D70EDF6D4}"/>
              </a:ext>
            </a:extLst>
          </p:cNvPr>
          <p:cNvSpPr/>
          <p:nvPr/>
        </p:nvSpPr>
        <p:spPr>
          <a:xfrm>
            <a:off x="5426483" y="4107525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4439B15A-319F-56A7-D043-19AAF33827F9}"/>
              </a:ext>
            </a:extLst>
          </p:cNvPr>
          <p:cNvSpPr/>
          <p:nvPr/>
        </p:nvSpPr>
        <p:spPr>
          <a:xfrm>
            <a:off x="5937305" y="4107525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671956C3-4591-42D4-3DE0-A81F73EA96A0}"/>
              </a:ext>
            </a:extLst>
          </p:cNvPr>
          <p:cNvSpPr/>
          <p:nvPr/>
        </p:nvSpPr>
        <p:spPr>
          <a:xfrm>
            <a:off x="4917900" y="3584506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755A0E4-4939-E4E8-EBA0-50C094132764}"/>
              </a:ext>
            </a:extLst>
          </p:cNvPr>
          <p:cNvSpPr/>
          <p:nvPr/>
        </p:nvSpPr>
        <p:spPr>
          <a:xfrm>
            <a:off x="4402104" y="3584506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2003D926-DD98-56E9-9B1C-91E0CC233F06}"/>
              </a:ext>
            </a:extLst>
          </p:cNvPr>
          <p:cNvSpPr/>
          <p:nvPr/>
        </p:nvSpPr>
        <p:spPr>
          <a:xfrm>
            <a:off x="5932384" y="3062534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1D3DD17-8BEA-2BF8-4D41-47B800B2D082}"/>
              </a:ext>
            </a:extLst>
          </p:cNvPr>
          <p:cNvSpPr/>
          <p:nvPr/>
        </p:nvSpPr>
        <p:spPr>
          <a:xfrm>
            <a:off x="3890405" y="3584506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6D764A55-8654-D037-B291-F637B0EEA940}"/>
              </a:ext>
            </a:extLst>
          </p:cNvPr>
          <p:cNvSpPr/>
          <p:nvPr/>
        </p:nvSpPr>
        <p:spPr>
          <a:xfrm>
            <a:off x="5937305" y="3585779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9A367CC6-F9B4-7469-CD27-8BD873C07595}"/>
              </a:ext>
            </a:extLst>
          </p:cNvPr>
          <p:cNvSpPr/>
          <p:nvPr/>
        </p:nvSpPr>
        <p:spPr>
          <a:xfrm>
            <a:off x="3895916" y="3062534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CFCFF63B-35CF-89AE-797C-7899DA5E5D3C}"/>
              </a:ext>
            </a:extLst>
          </p:cNvPr>
          <p:cNvSpPr/>
          <p:nvPr/>
        </p:nvSpPr>
        <p:spPr>
          <a:xfrm>
            <a:off x="4402104" y="3062534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B4B5200E-D931-F6D8-0C84-3F618E99FB9C}"/>
              </a:ext>
            </a:extLst>
          </p:cNvPr>
          <p:cNvSpPr/>
          <p:nvPr/>
        </p:nvSpPr>
        <p:spPr>
          <a:xfrm>
            <a:off x="4914150" y="3059988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0A894E6F-83D3-8C8C-4BE9-066CBB6854D0}"/>
              </a:ext>
            </a:extLst>
          </p:cNvPr>
          <p:cNvSpPr/>
          <p:nvPr/>
        </p:nvSpPr>
        <p:spPr>
          <a:xfrm>
            <a:off x="5417284" y="3059988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F64EE9F1-8ECD-A36D-173D-BB722E2AA2C3}"/>
              </a:ext>
            </a:extLst>
          </p:cNvPr>
          <p:cNvSpPr/>
          <p:nvPr/>
        </p:nvSpPr>
        <p:spPr>
          <a:xfrm>
            <a:off x="5420814" y="3577171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BE189B6D-6411-308B-CAFD-021C0FC78387}"/>
              </a:ext>
            </a:extLst>
          </p:cNvPr>
          <p:cNvSpPr/>
          <p:nvPr/>
        </p:nvSpPr>
        <p:spPr>
          <a:xfrm>
            <a:off x="3890405" y="2540828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8FD423A6-A67D-A80B-5AA4-91FE1DF115FB}"/>
              </a:ext>
            </a:extLst>
          </p:cNvPr>
          <p:cNvSpPr/>
          <p:nvPr/>
        </p:nvSpPr>
        <p:spPr>
          <a:xfrm>
            <a:off x="4402104" y="2540828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DBE55A16-C2D5-4F31-E90B-B4499FB60FBC}"/>
              </a:ext>
            </a:extLst>
          </p:cNvPr>
          <p:cNvSpPr/>
          <p:nvPr/>
        </p:nvSpPr>
        <p:spPr>
          <a:xfrm>
            <a:off x="4913803" y="2540828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9BB332BA-62CC-BE98-128F-283A062F67D0}"/>
              </a:ext>
            </a:extLst>
          </p:cNvPr>
          <p:cNvSpPr/>
          <p:nvPr/>
        </p:nvSpPr>
        <p:spPr>
          <a:xfrm>
            <a:off x="5425502" y="2542596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EEA65D1F-924F-16A5-54CD-E659241120B6}"/>
              </a:ext>
            </a:extLst>
          </p:cNvPr>
          <p:cNvSpPr/>
          <p:nvPr/>
        </p:nvSpPr>
        <p:spPr>
          <a:xfrm>
            <a:off x="5932384" y="2540828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B4BE5DA2-D5A5-097E-0883-2FD2B9B87746}"/>
              </a:ext>
            </a:extLst>
          </p:cNvPr>
          <p:cNvSpPr/>
          <p:nvPr/>
        </p:nvSpPr>
        <p:spPr>
          <a:xfrm>
            <a:off x="2405584" y="2021811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8908C0EC-81AB-46FB-CF2C-19961D3682C3}"/>
              </a:ext>
            </a:extLst>
          </p:cNvPr>
          <p:cNvSpPr/>
          <p:nvPr/>
        </p:nvSpPr>
        <p:spPr>
          <a:xfrm>
            <a:off x="2917154" y="2016122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8" name="Right Brace 57">
            <a:extLst>
              <a:ext uri="{FF2B5EF4-FFF2-40B4-BE49-F238E27FC236}">
                <a16:creationId xmlns:a16="http://schemas.microsoft.com/office/drawing/2014/main" id="{1ACAC1AD-74A9-406B-BD2C-A125AD4C15A9}"/>
              </a:ext>
            </a:extLst>
          </p:cNvPr>
          <p:cNvSpPr/>
          <p:nvPr/>
        </p:nvSpPr>
        <p:spPr>
          <a:xfrm rot="16200000">
            <a:off x="3308663" y="-1425641"/>
            <a:ext cx="646815" cy="5747766"/>
          </a:xfrm>
          <a:prstGeom prst="rightBrace">
            <a:avLst>
              <a:gd name="adj1" fmla="val 65435"/>
              <a:gd name="adj2" fmla="val 50000"/>
            </a:avLst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12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4AC31-D8E8-E5D1-372E-80BFD040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A4F0AE-D9EF-E63E-76AC-0102CD30BE17}"/>
              </a:ext>
            </a:extLst>
          </p:cNvPr>
          <p:cNvSpPr/>
          <p:nvPr/>
        </p:nvSpPr>
        <p:spPr>
          <a:xfrm>
            <a:off x="747523" y="1901824"/>
            <a:ext cx="2743200" cy="27432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5F7889-AE5E-E566-5FD0-028BE0A820BE}"/>
              </a:ext>
            </a:extLst>
          </p:cNvPr>
          <p:cNvSpPr/>
          <p:nvPr/>
        </p:nvSpPr>
        <p:spPr>
          <a:xfrm>
            <a:off x="820678" y="1901824"/>
            <a:ext cx="2594037" cy="2667222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B53BEC7-4FDF-BF83-A69B-8DF145C75073}"/>
                  </a:ext>
                </a:extLst>
              </p:cNvPr>
              <p:cNvSpPr txBox="1"/>
              <p:nvPr/>
            </p:nvSpPr>
            <p:spPr>
              <a:xfrm>
                <a:off x="1758413" y="4715356"/>
                <a:ext cx="71856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4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B53BEC7-4FDF-BF83-A69B-8DF145C75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413" y="4715356"/>
                <a:ext cx="71856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val 45">
            <a:extLst>
              <a:ext uri="{FF2B5EF4-FFF2-40B4-BE49-F238E27FC236}">
                <a16:creationId xmlns:a16="http://schemas.microsoft.com/office/drawing/2014/main" id="{AB703FDE-A50E-A246-94C9-B9FB61803A35}"/>
              </a:ext>
            </a:extLst>
          </p:cNvPr>
          <p:cNvSpPr/>
          <p:nvPr/>
        </p:nvSpPr>
        <p:spPr>
          <a:xfrm>
            <a:off x="3129325" y="353076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C9F0227-BDA4-0BA9-D588-C2CA867356A6}"/>
              </a:ext>
            </a:extLst>
          </p:cNvPr>
          <p:cNvSpPr/>
          <p:nvPr/>
        </p:nvSpPr>
        <p:spPr>
          <a:xfrm>
            <a:off x="3697584" y="353076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07A30AB-5AFA-1968-8661-15E3537AA0A2}"/>
              </a:ext>
            </a:extLst>
          </p:cNvPr>
          <p:cNvSpPr/>
          <p:nvPr/>
        </p:nvSpPr>
        <p:spPr>
          <a:xfrm>
            <a:off x="2959382" y="226812"/>
            <a:ext cx="1356852" cy="724253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0AAB8DE-0131-2F97-39FC-5D28BBC6ED3B}"/>
              </a:ext>
            </a:extLst>
          </p:cNvPr>
          <p:cNvSpPr/>
          <p:nvPr/>
        </p:nvSpPr>
        <p:spPr>
          <a:xfrm>
            <a:off x="1389609" y="411034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30C6819-8E4F-9571-756E-E9FA0E764900}"/>
              </a:ext>
            </a:extLst>
          </p:cNvPr>
          <p:cNvSpPr/>
          <p:nvPr/>
        </p:nvSpPr>
        <p:spPr>
          <a:xfrm>
            <a:off x="880686" y="4111203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972BA10-2AE6-36C7-754A-40645CE32A79}"/>
              </a:ext>
            </a:extLst>
          </p:cNvPr>
          <p:cNvSpPr/>
          <p:nvPr/>
        </p:nvSpPr>
        <p:spPr>
          <a:xfrm>
            <a:off x="1900431" y="411034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236E735-4D27-2E38-726F-53733178926B}"/>
              </a:ext>
            </a:extLst>
          </p:cNvPr>
          <p:cNvSpPr/>
          <p:nvPr/>
        </p:nvSpPr>
        <p:spPr>
          <a:xfrm>
            <a:off x="2411253" y="411034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865DFC9-A790-FE70-F4BD-B69BBC4DB5E4}"/>
              </a:ext>
            </a:extLst>
          </p:cNvPr>
          <p:cNvSpPr/>
          <p:nvPr/>
        </p:nvSpPr>
        <p:spPr>
          <a:xfrm>
            <a:off x="2922075" y="411034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D5E16C9-EE44-0AF7-11B3-EA8649990757}"/>
              </a:ext>
            </a:extLst>
          </p:cNvPr>
          <p:cNvSpPr/>
          <p:nvPr/>
        </p:nvSpPr>
        <p:spPr>
          <a:xfrm>
            <a:off x="1902670" y="358732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AB32A1F6-E319-2DD4-34BA-374B8F87C98B}"/>
              </a:ext>
            </a:extLst>
          </p:cNvPr>
          <p:cNvSpPr/>
          <p:nvPr/>
        </p:nvSpPr>
        <p:spPr>
          <a:xfrm>
            <a:off x="1386874" y="358732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BA48221-F745-8492-B17A-6D792782B4BE}"/>
              </a:ext>
            </a:extLst>
          </p:cNvPr>
          <p:cNvSpPr/>
          <p:nvPr/>
        </p:nvSpPr>
        <p:spPr>
          <a:xfrm>
            <a:off x="2917154" y="306535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FBA18F70-8B88-8C70-8D3A-F14BC655248B}"/>
              </a:ext>
            </a:extLst>
          </p:cNvPr>
          <p:cNvSpPr/>
          <p:nvPr/>
        </p:nvSpPr>
        <p:spPr>
          <a:xfrm>
            <a:off x="875175" y="358732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A1E6641-06CB-E6F6-3F3A-9EF909BEE178}"/>
              </a:ext>
            </a:extLst>
          </p:cNvPr>
          <p:cNvSpPr/>
          <p:nvPr/>
        </p:nvSpPr>
        <p:spPr>
          <a:xfrm>
            <a:off x="2922075" y="35886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185351DB-B12E-E018-9614-4C53FA3E9A38}"/>
              </a:ext>
            </a:extLst>
          </p:cNvPr>
          <p:cNvSpPr/>
          <p:nvPr/>
        </p:nvSpPr>
        <p:spPr>
          <a:xfrm>
            <a:off x="880686" y="306535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A1ACE49-A58A-1FB9-1D10-138CAA0FED20}"/>
              </a:ext>
            </a:extLst>
          </p:cNvPr>
          <p:cNvSpPr/>
          <p:nvPr/>
        </p:nvSpPr>
        <p:spPr>
          <a:xfrm>
            <a:off x="1386874" y="306535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58EE4A7-D8EE-772B-39E1-DA235C4504F0}"/>
              </a:ext>
            </a:extLst>
          </p:cNvPr>
          <p:cNvSpPr/>
          <p:nvPr/>
        </p:nvSpPr>
        <p:spPr>
          <a:xfrm>
            <a:off x="1898920" y="306281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DE80955-92C2-CD29-3A9E-B637FB00BD50}"/>
              </a:ext>
            </a:extLst>
          </p:cNvPr>
          <p:cNvSpPr/>
          <p:nvPr/>
        </p:nvSpPr>
        <p:spPr>
          <a:xfrm>
            <a:off x="2402054" y="306281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A332DE8-E2C4-381B-4B57-D72F5B0353A4}"/>
              </a:ext>
            </a:extLst>
          </p:cNvPr>
          <p:cNvSpPr/>
          <p:nvPr/>
        </p:nvSpPr>
        <p:spPr>
          <a:xfrm>
            <a:off x="2405584" y="3579993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615A23C-1416-B41A-4772-B6526C34F313}"/>
              </a:ext>
            </a:extLst>
          </p:cNvPr>
          <p:cNvSpPr/>
          <p:nvPr/>
        </p:nvSpPr>
        <p:spPr>
          <a:xfrm>
            <a:off x="875175" y="254365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0CDCDA0D-DE1C-0185-C79D-D8DF2D04E9BE}"/>
              </a:ext>
            </a:extLst>
          </p:cNvPr>
          <p:cNvSpPr/>
          <p:nvPr/>
        </p:nvSpPr>
        <p:spPr>
          <a:xfrm>
            <a:off x="1386874" y="254365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E37CCE7-4018-182D-E72D-D570B65E8BEB}"/>
              </a:ext>
            </a:extLst>
          </p:cNvPr>
          <p:cNvSpPr/>
          <p:nvPr/>
        </p:nvSpPr>
        <p:spPr>
          <a:xfrm>
            <a:off x="1898573" y="254365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1325803-D1C6-8A2B-03F6-526628C95923}"/>
              </a:ext>
            </a:extLst>
          </p:cNvPr>
          <p:cNvSpPr/>
          <p:nvPr/>
        </p:nvSpPr>
        <p:spPr>
          <a:xfrm>
            <a:off x="2410272" y="254541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D7979C6-92FE-75E4-1604-F3F921E8C012}"/>
              </a:ext>
            </a:extLst>
          </p:cNvPr>
          <p:cNvSpPr/>
          <p:nvPr/>
        </p:nvSpPr>
        <p:spPr>
          <a:xfrm>
            <a:off x="2917154" y="254365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D5F24779-9034-E241-AC83-AE7B95DE5FC1}"/>
              </a:ext>
            </a:extLst>
          </p:cNvPr>
          <p:cNvSpPr/>
          <p:nvPr/>
        </p:nvSpPr>
        <p:spPr>
          <a:xfrm>
            <a:off x="1386874" y="20161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6934AB7-6B30-EACF-2323-C53C3B2A869E}"/>
              </a:ext>
            </a:extLst>
          </p:cNvPr>
          <p:cNvSpPr/>
          <p:nvPr/>
        </p:nvSpPr>
        <p:spPr>
          <a:xfrm>
            <a:off x="1898573" y="202181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7E475CCD-C919-4AAC-F7C9-4CCFEA262D2B}"/>
              </a:ext>
            </a:extLst>
          </p:cNvPr>
          <p:cNvSpPr/>
          <p:nvPr/>
        </p:nvSpPr>
        <p:spPr>
          <a:xfrm>
            <a:off x="875175" y="20161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E18A30A-70BD-A6AE-74C4-C3168955EAD1}"/>
              </a:ext>
            </a:extLst>
          </p:cNvPr>
          <p:cNvSpPr/>
          <p:nvPr/>
        </p:nvSpPr>
        <p:spPr>
          <a:xfrm>
            <a:off x="3762753" y="1899002"/>
            <a:ext cx="2743200" cy="27432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ADAF1E2-2237-7423-DF46-B67769FA0A60}"/>
              </a:ext>
            </a:extLst>
          </p:cNvPr>
          <p:cNvSpPr/>
          <p:nvPr/>
        </p:nvSpPr>
        <p:spPr>
          <a:xfrm>
            <a:off x="3835918" y="1899002"/>
            <a:ext cx="2594037" cy="2667222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6A12F17-9476-B5BD-8EDA-227D3ED18517}"/>
                  </a:ext>
                </a:extLst>
              </p:cNvPr>
              <p:cNvSpPr txBox="1"/>
              <p:nvPr/>
            </p:nvSpPr>
            <p:spPr>
              <a:xfrm>
                <a:off x="4773652" y="4712541"/>
                <a:ext cx="71856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40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6A12F17-9476-B5BD-8EDA-227D3ED18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652" y="4712541"/>
                <a:ext cx="718567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Oval 95">
            <a:extLst>
              <a:ext uri="{FF2B5EF4-FFF2-40B4-BE49-F238E27FC236}">
                <a16:creationId xmlns:a16="http://schemas.microsoft.com/office/drawing/2014/main" id="{49B8EA16-F31D-C663-3920-63EC533B4B75}"/>
              </a:ext>
            </a:extLst>
          </p:cNvPr>
          <p:cNvSpPr/>
          <p:nvPr/>
        </p:nvSpPr>
        <p:spPr>
          <a:xfrm>
            <a:off x="4404839" y="410752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F5E21090-3560-2391-A75C-C6969D9A4463}"/>
              </a:ext>
            </a:extLst>
          </p:cNvPr>
          <p:cNvSpPr/>
          <p:nvPr/>
        </p:nvSpPr>
        <p:spPr>
          <a:xfrm>
            <a:off x="3895916" y="410838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95FDCF63-B438-D984-CB7E-9956F3F91039}"/>
              </a:ext>
            </a:extLst>
          </p:cNvPr>
          <p:cNvSpPr/>
          <p:nvPr/>
        </p:nvSpPr>
        <p:spPr>
          <a:xfrm>
            <a:off x="4915661" y="410752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F6A6D21-55C2-60F5-98FD-0A7E7C42E9A0}"/>
              </a:ext>
            </a:extLst>
          </p:cNvPr>
          <p:cNvSpPr/>
          <p:nvPr/>
        </p:nvSpPr>
        <p:spPr>
          <a:xfrm>
            <a:off x="5426483" y="410752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7F9DB8B-9602-64BA-8916-9063D015FC28}"/>
              </a:ext>
            </a:extLst>
          </p:cNvPr>
          <p:cNvSpPr/>
          <p:nvPr/>
        </p:nvSpPr>
        <p:spPr>
          <a:xfrm>
            <a:off x="5937305" y="410752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CAAA308-3290-D615-9F34-FDFA9D5F9BAD}"/>
              </a:ext>
            </a:extLst>
          </p:cNvPr>
          <p:cNvSpPr/>
          <p:nvPr/>
        </p:nvSpPr>
        <p:spPr>
          <a:xfrm>
            <a:off x="4917900" y="358450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1D8E487-4B8C-6973-70CE-848D5CD4DD4E}"/>
              </a:ext>
            </a:extLst>
          </p:cNvPr>
          <p:cNvSpPr/>
          <p:nvPr/>
        </p:nvSpPr>
        <p:spPr>
          <a:xfrm>
            <a:off x="4402104" y="358450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02458B4-6E89-1D8A-6D30-74F1FFAB55E6}"/>
              </a:ext>
            </a:extLst>
          </p:cNvPr>
          <p:cNvSpPr/>
          <p:nvPr/>
        </p:nvSpPr>
        <p:spPr>
          <a:xfrm>
            <a:off x="5932384" y="306253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2C7B95F0-A60D-BFAA-99FB-5461E76DB674}"/>
              </a:ext>
            </a:extLst>
          </p:cNvPr>
          <p:cNvSpPr/>
          <p:nvPr/>
        </p:nvSpPr>
        <p:spPr>
          <a:xfrm>
            <a:off x="3890405" y="358450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76BC51E4-EE14-9B44-361C-4BBD6DF93817}"/>
              </a:ext>
            </a:extLst>
          </p:cNvPr>
          <p:cNvSpPr/>
          <p:nvPr/>
        </p:nvSpPr>
        <p:spPr>
          <a:xfrm>
            <a:off x="5937305" y="3585779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B6408597-9959-2EE2-2D66-6C3CF075DEFC}"/>
              </a:ext>
            </a:extLst>
          </p:cNvPr>
          <p:cNvSpPr/>
          <p:nvPr/>
        </p:nvSpPr>
        <p:spPr>
          <a:xfrm>
            <a:off x="3895916" y="306253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5D181B6-08F0-D815-DD69-17594AF977E3}"/>
              </a:ext>
            </a:extLst>
          </p:cNvPr>
          <p:cNvSpPr/>
          <p:nvPr/>
        </p:nvSpPr>
        <p:spPr>
          <a:xfrm>
            <a:off x="4402104" y="306253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85E04B29-4510-3467-5296-F60971A70B1D}"/>
              </a:ext>
            </a:extLst>
          </p:cNvPr>
          <p:cNvSpPr/>
          <p:nvPr/>
        </p:nvSpPr>
        <p:spPr>
          <a:xfrm>
            <a:off x="4914150" y="305998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E8ACA10D-FC4C-66D6-3B14-B58510C598A3}"/>
              </a:ext>
            </a:extLst>
          </p:cNvPr>
          <p:cNvSpPr/>
          <p:nvPr/>
        </p:nvSpPr>
        <p:spPr>
          <a:xfrm>
            <a:off x="5417284" y="305998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3EF13AF7-D7DA-DE95-B73F-06094DD83E2B}"/>
              </a:ext>
            </a:extLst>
          </p:cNvPr>
          <p:cNvSpPr/>
          <p:nvPr/>
        </p:nvSpPr>
        <p:spPr>
          <a:xfrm>
            <a:off x="5420814" y="357717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720F8BE3-8925-9AFF-2AD0-896598F93AB0}"/>
              </a:ext>
            </a:extLst>
          </p:cNvPr>
          <p:cNvSpPr/>
          <p:nvPr/>
        </p:nvSpPr>
        <p:spPr>
          <a:xfrm>
            <a:off x="3890405" y="254082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9D4D521-8431-7F6C-7358-449ECA208F23}"/>
              </a:ext>
            </a:extLst>
          </p:cNvPr>
          <p:cNvSpPr/>
          <p:nvPr/>
        </p:nvSpPr>
        <p:spPr>
          <a:xfrm>
            <a:off x="4402104" y="254082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75C2CA95-5D98-4D57-2187-C9FD4D9546CB}"/>
              </a:ext>
            </a:extLst>
          </p:cNvPr>
          <p:cNvSpPr/>
          <p:nvPr/>
        </p:nvSpPr>
        <p:spPr>
          <a:xfrm>
            <a:off x="4913803" y="254082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DCF2E36B-7AF1-041C-5D72-BDDAB45D5DDD}"/>
              </a:ext>
            </a:extLst>
          </p:cNvPr>
          <p:cNvSpPr/>
          <p:nvPr/>
        </p:nvSpPr>
        <p:spPr>
          <a:xfrm>
            <a:off x="5425502" y="254259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69AE2D6F-01C7-802D-BA98-3EF3C1185570}"/>
              </a:ext>
            </a:extLst>
          </p:cNvPr>
          <p:cNvSpPr/>
          <p:nvPr/>
        </p:nvSpPr>
        <p:spPr>
          <a:xfrm>
            <a:off x="5932384" y="254082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058F7E74-4669-2B91-A36C-54A98EC37E96}"/>
              </a:ext>
            </a:extLst>
          </p:cNvPr>
          <p:cNvSpPr/>
          <p:nvPr/>
        </p:nvSpPr>
        <p:spPr>
          <a:xfrm>
            <a:off x="2405584" y="202181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D7A2CC2-E94A-FFD9-71BB-DAE25E047E2E}"/>
              </a:ext>
            </a:extLst>
          </p:cNvPr>
          <p:cNvSpPr/>
          <p:nvPr/>
        </p:nvSpPr>
        <p:spPr>
          <a:xfrm>
            <a:off x="2917154" y="20161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3852B3-E10E-DE4E-7875-B6F59CB5A467}"/>
              </a:ext>
            </a:extLst>
          </p:cNvPr>
          <p:cNvSpPr txBox="1"/>
          <p:nvPr/>
        </p:nvSpPr>
        <p:spPr>
          <a:xfrm>
            <a:off x="6551667" y="2761751"/>
            <a:ext cx="5822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4EDD04-28AC-F03A-9559-6E858CB47BCD}"/>
              </a:ext>
            </a:extLst>
          </p:cNvPr>
          <p:cNvSpPr txBox="1"/>
          <p:nvPr/>
        </p:nvSpPr>
        <p:spPr>
          <a:xfrm>
            <a:off x="115630" y="2762770"/>
            <a:ext cx="5822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?</a:t>
            </a:r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CF1E145F-6D56-44D4-808F-5C69581CDABB}"/>
              </a:ext>
            </a:extLst>
          </p:cNvPr>
          <p:cNvSpPr/>
          <p:nvPr/>
        </p:nvSpPr>
        <p:spPr>
          <a:xfrm rot="16200000">
            <a:off x="3308663" y="-1425641"/>
            <a:ext cx="646815" cy="5747766"/>
          </a:xfrm>
          <a:prstGeom prst="rightBrace">
            <a:avLst>
              <a:gd name="adj1" fmla="val 65435"/>
              <a:gd name="adj2" fmla="val 50000"/>
            </a:avLst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58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311</TotalTime>
  <Words>197</Words>
  <Application>Microsoft Office PowerPoint</Application>
  <PresentationFormat>Custom</PresentationFormat>
  <Paragraphs>197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Quijano, Alex John</dc:creator>
  <cp:lastModifiedBy>Quijano, Alex John</cp:lastModifiedBy>
  <cp:revision>49</cp:revision>
  <dcterms:created xsi:type="dcterms:W3CDTF">2026-03-18T19:56:33Z</dcterms:created>
  <dcterms:modified xsi:type="dcterms:W3CDTF">2026-03-22T20:39:19Z</dcterms:modified>
</cp:coreProperties>
</file>