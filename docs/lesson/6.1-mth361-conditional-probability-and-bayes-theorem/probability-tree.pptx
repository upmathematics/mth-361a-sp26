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6" r:id="rId4"/>
    <p:sldId id="259" r:id="rId5"/>
  </p:sldIdLst>
  <p:sldSz cx="36576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4660"/>
  </p:normalViewPr>
  <p:slideViewPr>
    <p:cSldViewPr snapToGrid="0">
      <p:cViewPr varScale="1">
        <p:scale>
          <a:sx n="223" d="100"/>
          <a:sy n="223" d="100"/>
        </p:scale>
        <p:origin x="25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523770"/>
            <a:ext cx="3108960" cy="1114213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80951"/>
            <a:ext cx="2743200" cy="772689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5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2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797879"/>
            <a:ext cx="3154680" cy="133127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2141750"/>
            <a:ext cx="3154680" cy="700087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9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851959"/>
            <a:ext cx="155448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851959"/>
            <a:ext cx="155448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8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70392"/>
            <a:ext cx="3154680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784543"/>
            <a:ext cx="1547336" cy="384492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169035"/>
            <a:ext cx="154733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784543"/>
            <a:ext cx="1554956" cy="384492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169035"/>
            <a:ext cx="155495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9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0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13360"/>
            <a:ext cx="1179671" cy="7467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460799"/>
            <a:ext cx="1851660" cy="2274358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960120"/>
            <a:ext cx="1179671" cy="177874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0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213360"/>
            <a:ext cx="1179671" cy="74676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460799"/>
            <a:ext cx="1851660" cy="2274358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960120"/>
            <a:ext cx="1179671" cy="177874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0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8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70392"/>
            <a:ext cx="788670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70392"/>
            <a:ext cx="2320290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70392"/>
            <a:ext cx="3154680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851959"/>
            <a:ext cx="3154680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966297"/>
            <a:ext cx="82296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1B5D8-DF36-4808-A8F2-0284F4C9F4F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966297"/>
            <a:ext cx="123444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966297"/>
            <a:ext cx="82296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03F70-49FA-4EA4-9569-E13BB8D7F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89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BD6322-AC13-4906-9EE7-090C8BF81FCD}"/>
              </a:ext>
            </a:extLst>
          </p:cNvPr>
          <p:cNvCxnSpPr>
            <a:cxnSpLocks/>
          </p:cNvCxnSpPr>
          <p:nvPr/>
        </p:nvCxnSpPr>
        <p:spPr>
          <a:xfrm flipH="1">
            <a:off x="1095773" y="526144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89C8D4B-5580-4328-8CC5-09274AA4984D}"/>
              </a:ext>
            </a:extLst>
          </p:cNvPr>
          <p:cNvSpPr/>
          <p:nvPr/>
        </p:nvSpPr>
        <p:spPr>
          <a:xfrm>
            <a:off x="258563" y="2062913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7FD45F-55B4-470F-AB91-5DB11601D064}"/>
              </a:ext>
            </a:extLst>
          </p:cNvPr>
          <p:cNvSpPr/>
          <p:nvPr/>
        </p:nvSpPr>
        <p:spPr>
          <a:xfrm>
            <a:off x="1109773" y="2062913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300FEA-AFB8-4DC6-879C-7CB4C9D77669}"/>
                  </a:ext>
                </a:extLst>
              </p:cNvPr>
              <p:cNvSpPr txBox="1"/>
              <p:nvPr/>
            </p:nvSpPr>
            <p:spPr>
              <a:xfrm>
                <a:off x="715763" y="1017539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300FEA-AFB8-4DC6-879C-7CB4C9D77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63" y="1017539"/>
                <a:ext cx="43468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1852D-9615-477D-ABC1-8CA6387B9ADC}"/>
                  </a:ext>
                </a:extLst>
              </p:cNvPr>
              <p:cNvSpPr txBox="1"/>
              <p:nvPr/>
            </p:nvSpPr>
            <p:spPr>
              <a:xfrm>
                <a:off x="2585335" y="1017546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51852D-9615-477D-ABC1-8CA6387B9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335" y="1017546"/>
                <a:ext cx="4346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E539CB-3F6D-431B-9563-285352F130EF}"/>
              </a:ext>
            </a:extLst>
          </p:cNvPr>
          <p:cNvCxnSpPr>
            <a:cxnSpLocks/>
          </p:cNvCxnSpPr>
          <p:nvPr/>
        </p:nvCxnSpPr>
        <p:spPr>
          <a:xfrm flipH="1">
            <a:off x="602443" y="1579282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DE08FF-781C-4580-AF1A-8E0DB8B4117A}"/>
              </a:ext>
            </a:extLst>
          </p:cNvPr>
          <p:cNvCxnSpPr>
            <a:cxnSpLocks/>
          </p:cNvCxnSpPr>
          <p:nvPr/>
        </p:nvCxnSpPr>
        <p:spPr>
          <a:xfrm>
            <a:off x="899765" y="1573770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CE6C40-E832-4354-8719-8013BB06AD97}"/>
              </a:ext>
            </a:extLst>
          </p:cNvPr>
          <p:cNvCxnSpPr>
            <a:cxnSpLocks/>
          </p:cNvCxnSpPr>
          <p:nvPr/>
        </p:nvCxnSpPr>
        <p:spPr>
          <a:xfrm flipH="1">
            <a:off x="2448389" y="1584882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D75878-F84D-4AA6-98C7-665224FAA287}"/>
              </a:ext>
            </a:extLst>
          </p:cNvPr>
          <p:cNvCxnSpPr>
            <a:cxnSpLocks/>
          </p:cNvCxnSpPr>
          <p:nvPr/>
        </p:nvCxnSpPr>
        <p:spPr>
          <a:xfrm>
            <a:off x="2745714" y="1579370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0F699A7-9371-405C-B87B-299F94379B7D}"/>
              </a:ext>
            </a:extLst>
          </p:cNvPr>
          <p:cNvSpPr/>
          <p:nvPr/>
        </p:nvSpPr>
        <p:spPr>
          <a:xfrm>
            <a:off x="2106520" y="2059988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C937E4-2C2B-4A07-9D23-016DE7B571F0}"/>
              </a:ext>
            </a:extLst>
          </p:cNvPr>
          <p:cNvSpPr/>
          <p:nvPr/>
        </p:nvSpPr>
        <p:spPr>
          <a:xfrm>
            <a:off x="2957731" y="2059988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59BBA6-0FBF-4255-8498-C68C0CA85D86}"/>
              </a:ext>
            </a:extLst>
          </p:cNvPr>
          <p:cNvCxnSpPr>
            <a:cxnSpLocks/>
          </p:cNvCxnSpPr>
          <p:nvPr/>
        </p:nvCxnSpPr>
        <p:spPr>
          <a:xfrm>
            <a:off x="1847559" y="526144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1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001CB1-4397-4B56-A399-F7BBD944B49C}"/>
              </a:ext>
            </a:extLst>
          </p:cNvPr>
          <p:cNvCxnSpPr>
            <a:cxnSpLocks/>
          </p:cNvCxnSpPr>
          <p:nvPr/>
        </p:nvCxnSpPr>
        <p:spPr>
          <a:xfrm flipH="1" flipV="1">
            <a:off x="1070134" y="2166935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14911E-E4E0-4300-9129-D647602492C3}"/>
              </a:ext>
            </a:extLst>
          </p:cNvPr>
          <p:cNvCxnSpPr>
            <a:cxnSpLocks/>
          </p:cNvCxnSpPr>
          <p:nvPr/>
        </p:nvCxnSpPr>
        <p:spPr>
          <a:xfrm flipV="1">
            <a:off x="1821920" y="2166935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4908360-2998-4827-8B6B-BED5D896B4DD}"/>
              </a:ext>
            </a:extLst>
          </p:cNvPr>
          <p:cNvSpPr/>
          <p:nvPr/>
        </p:nvSpPr>
        <p:spPr>
          <a:xfrm>
            <a:off x="662972" y="165698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59DC2E-2698-42A7-8053-09F35C6259F6}"/>
              </a:ext>
            </a:extLst>
          </p:cNvPr>
          <p:cNvSpPr/>
          <p:nvPr/>
        </p:nvSpPr>
        <p:spPr>
          <a:xfrm>
            <a:off x="2483975" y="1656986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49B9-A1B0-410D-B9A0-E20B913313A4}"/>
              </a:ext>
            </a:extLst>
          </p:cNvPr>
          <p:cNvCxnSpPr>
            <a:cxnSpLocks/>
          </p:cNvCxnSpPr>
          <p:nvPr/>
        </p:nvCxnSpPr>
        <p:spPr>
          <a:xfrm flipH="1" flipV="1">
            <a:off x="589967" y="1091723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ABE87C-60FF-452B-8BD1-86D8F09C56A7}"/>
              </a:ext>
            </a:extLst>
          </p:cNvPr>
          <p:cNvCxnSpPr>
            <a:cxnSpLocks/>
          </p:cNvCxnSpPr>
          <p:nvPr/>
        </p:nvCxnSpPr>
        <p:spPr>
          <a:xfrm flipV="1">
            <a:off x="887289" y="1086211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69C964-D5D7-4CD9-8F29-B154AEC7D7C2}"/>
              </a:ext>
            </a:extLst>
          </p:cNvPr>
          <p:cNvCxnSpPr>
            <a:cxnSpLocks/>
          </p:cNvCxnSpPr>
          <p:nvPr/>
        </p:nvCxnSpPr>
        <p:spPr>
          <a:xfrm flipH="1" flipV="1">
            <a:off x="2408797" y="1104397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B99ABE-A0CF-41F3-8060-AA51DD80FE15}"/>
              </a:ext>
            </a:extLst>
          </p:cNvPr>
          <p:cNvCxnSpPr>
            <a:cxnSpLocks/>
          </p:cNvCxnSpPr>
          <p:nvPr/>
        </p:nvCxnSpPr>
        <p:spPr>
          <a:xfrm flipV="1">
            <a:off x="2706119" y="1098885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BF4187-533A-4306-A8AB-2CDB5DEAA7C2}"/>
                  </a:ext>
                </a:extLst>
              </p:cNvPr>
              <p:cNvSpPr txBox="1"/>
              <p:nvPr/>
            </p:nvSpPr>
            <p:spPr>
              <a:xfrm>
                <a:off x="372627" y="580304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BF4187-533A-4306-A8AB-2CDB5DEAA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27" y="580304"/>
                <a:ext cx="43468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F3831B-CFF1-4A14-8BAD-26FB9A30136C}"/>
                  </a:ext>
                </a:extLst>
              </p:cNvPr>
              <p:cNvSpPr txBox="1"/>
              <p:nvPr/>
            </p:nvSpPr>
            <p:spPr>
              <a:xfrm>
                <a:off x="1070134" y="580304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F3831B-CFF1-4A14-8BAD-26FB9A301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134" y="580304"/>
                <a:ext cx="4346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51E5EF-6DCF-41B3-A46F-7B188727BA34}"/>
                  </a:ext>
                </a:extLst>
              </p:cNvPr>
              <p:cNvSpPr txBox="1"/>
              <p:nvPr/>
            </p:nvSpPr>
            <p:spPr>
              <a:xfrm>
                <a:off x="2182912" y="607583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51E5EF-6DCF-41B3-A46F-7B188727B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912" y="607583"/>
                <a:ext cx="43468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83BED5-795A-4C87-AF0D-0FE7AF32B18D}"/>
                  </a:ext>
                </a:extLst>
              </p:cNvPr>
              <p:cNvSpPr txBox="1"/>
              <p:nvPr/>
            </p:nvSpPr>
            <p:spPr>
              <a:xfrm>
                <a:off x="2880419" y="607583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83BED5-795A-4C87-AF0D-0FE7AF32B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419" y="607583"/>
                <a:ext cx="43468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60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30D132-A523-C2E9-2E92-0DE730D091B0}"/>
              </a:ext>
            </a:extLst>
          </p:cNvPr>
          <p:cNvCxnSpPr>
            <a:cxnSpLocks/>
          </p:cNvCxnSpPr>
          <p:nvPr/>
        </p:nvCxnSpPr>
        <p:spPr>
          <a:xfrm flipH="1">
            <a:off x="1087228" y="150130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B4999914-9638-CF33-BE27-8C757CD1E436}"/>
              </a:ext>
            </a:extLst>
          </p:cNvPr>
          <p:cNvSpPr/>
          <p:nvPr/>
        </p:nvSpPr>
        <p:spPr>
          <a:xfrm>
            <a:off x="250018" y="1686899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FFE5D5-419A-F6A2-154E-2F5D7204AB50}"/>
              </a:ext>
            </a:extLst>
          </p:cNvPr>
          <p:cNvSpPr/>
          <p:nvPr/>
        </p:nvSpPr>
        <p:spPr>
          <a:xfrm>
            <a:off x="1101228" y="1686899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368C2D-7778-D46C-7AF8-732BC49FB61E}"/>
                  </a:ext>
                </a:extLst>
              </p:cNvPr>
              <p:cNvSpPr txBox="1"/>
              <p:nvPr/>
            </p:nvSpPr>
            <p:spPr>
              <a:xfrm>
                <a:off x="707218" y="641525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368C2D-7778-D46C-7AF8-732BC49FB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18" y="641525"/>
                <a:ext cx="43468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72DAA2-7AD3-7E06-C60D-00AA810BE409}"/>
                  </a:ext>
                </a:extLst>
              </p:cNvPr>
              <p:cNvSpPr txBox="1"/>
              <p:nvPr/>
            </p:nvSpPr>
            <p:spPr>
              <a:xfrm>
                <a:off x="2576790" y="641532"/>
                <a:ext cx="43468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72DAA2-7AD3-7E06-C60D-00AA810BE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790" y="641532"/>
                <a:ext cx="4346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DB3D71-A4E6-EA1B-0986-535A56BBD822}"/>
              </a:ext>
            </a:extLst>
          </p:cNvPr>
          <p:cNvCxnSpPr>
            <a:cxnSpLocks/>
          </p:cNvCxnSpPr>
          <p:nvPr/>
        </p:nvCxnSpPr>
        <p:spPr>
          <a:xfrm flipH="1">
            <a:off x="593898" y="1203268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6D6D5C-F9D0-4F13-00BC-9537C044CC98}"/>
              </a:ext>
            </a:extLst>
          </p:cNvPr>
          <p:cNvCxnSpPr>
            <a:cxnSpLocks/>
          </p:cNvCxnSpPr>
          <p:nvPr/>
        </p:nvCxnSpPr>
        <p:spPr>
          <a:xfrm>
            <a:off x="891220" y="1197756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BA6853-FB47-E4B8-8120-A37D6FDE957F}"/>
              </a:ext>
            </a:extLst>
          </p:cNvPr>
          <p:cNvCxnSpPr>
            <a:cxnSpLocks/>
          </p:cNvCxnSpPr>
          <p:nvPr/>
        </p:nvCxnSpPr>
        <p:spPr>
          <a:xfrm flipH="1">
            <a:off x="288919" y="229980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192BECD-C8DA-3B7B-CD35-1ABC8DDA8E09}"/>
              </a:ext>
            </a:extLst>
          </p:cNvPr>
          <p:cNvSpPr/>
          <p:nvPr/>
        </p:nvSpPr>
        <p:spPr>
          <a:xfrm>
            <a:off x="100532" y="2827958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9D93D72-2C94-963D-FB81-BE474E862D5D}"/>
              </a:ext>
            </a:extLst>
          </p:cNvPr>
          <p:cNvSpPr/>
          <p:nvPr/>
        </p:nvSpPr>
        <p:spPr>
          <a:xfrm>
            <a:off x="570058" y="2827958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890A66-986A-65C4-0FC8-5153BB8B9ABA}"/>
              </a:ext>
            </a:extLst>
          </p:cNvPr>
          <p:cNvCxnSpPr>
            <a:cxnSpLocks/>
          </p:cNvCxnSpPr>
          <p:nvPr/>
        </p:nvCxnSpPr>
        <p:spPr>
          <a:xfrm>
            <a:off x="470345" y="229980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B584AE-7E81-D821-28D6-51E81AA8A833}"/>
              </a:ext>
            </a:extLst>
          </p:cNvPr>
          <p:cNvCxnSpPr>
            <a:cxnSpLocks/>
          </p:cNvCxnSpPr>
          <p:nvPr/>
        </p:nvCxnSpPr>
        <p:spPr>
          <a:xfrm flipH="1">
            <a:off x="2439844" y="1208868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A77103-42E2-AF3C-3F5A-7AFA010F7DBE}"/>
              </a:ext>
            </a:extLst>
          </p:cNvPr>
          <p:cNvCxnSpPr>
            <a:cxnSpLocks/>
          </p:cNvCxnSpPr>
          <p:nvPr/>
        </p:nvCxnSpPr>
        <p:spPr>
          <a:xfrm>
            <a:off x="2737169" y="1203356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0C45CE4-BF50-4DF6-17B7-5B71F5D941AE}"/>
              </a:ext>
            </a:extLst>
          </p:cNvPr>
          <p:cNvSpPr/>
          <p:nvPr/>
        </p:nvSpPr>
        <p:spPr>
          <a:xfrm>
            <a:off x="2097975" y="1683974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86B0BC4-8949-BA80-8330-2843DAC8B08A}"/>
              </a:ext>
            </a:extLst>
          </p:cNvPr>
          <p:cNvSpPr/>
          <p:nvPr/>
        </p:nvSpPr>
        <p:spPr>
          <a:xfrm>
            <a:off x="2949186" y="1683974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9F8854-017E-BA55-AACE-6BF4B5356E4F}"/>
              </a:ext>
            </a:extLst>
          </p:cNvPr>
          <p:cNvCxnSpPr>
            <a:cxnSpLocks/>
          </p:cNvCxnSpPr>
          <p:nvPr/>
        </p:nvCxnSpPr>
        <p:spPr>
          <a:xfrm flipH="1">
            <a:off x="1147274" y="2299807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8C60EDE-3C9D-D558-30E7-94E306C9B826}"/>
              </a:ext>
            </a:extLst>
          </p:cNvPr>
          <p:cNvSpPr/>
          <p:nvPr/>
        </p:nvSpPr>
        <p:spPr>
          <a:xfrm>
            <a:off x="958886" y="2827958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7DE403-39A1-AE61-C272-2084C9E2E503}"/>
              </a:ext>
            </a:extLst>
          </p:cNvPr>
          <p:cNvSpPr/>
          <p:nvPr/>
        </p:nvSpPr>
        <p:spPr>
          <a:xfrm>
            <a:off x="1428411" y="2827958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A0B688-BD78-CCAB-9E60-0725E5A932E0}"/>
              </a:ext>
            </a:extLst>
          </p:cNvPr>
          <p:cNvCxnSpPr>
            <a:cxnSpLocks/>
          </p:cNvCxnSpPr>
          <p:nvPr/>
        </p:nvCxnSpPr>
        <p:spPr>
          <a:xfrm>
            <a:off x="1328699" y="2299807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4C1629-A51B-5660-1127-656DD8402ACF}"/>
              </a:ext>
            </a:extLst>
          </p:cNvPr>
          <p:cNvCxnSpPr>
            <a:cxnSpLocks/>
          </p:cNvCxnSpPr>
          <p:nvPr/>
        </p:nvCxnSpPr>
        <p:spPr>
          <a:xfrm flipH="1">
            <a:off x="2145563" y="2299809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69D8C68-A30C-31F1-B2D2-BB9F5C5213C1}"/>
              </a:ext>
            </a:extLst>
          </p:cNvPr>
          <p:cNvSpPr/>
          <p:nvPr/>
        </p:nvSpPr>
        <p:spPr>
          <a:xfrm>
            <a:off x="1957171" y="2827958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F992010-B6DE-F734-0D10-BCC8E8B0F3D3}"/>
              </a:ext>
            </a:extLst>
          </p:cNvPr>
          <p:cNvSpPr/>
          <p:nvPr/>
        </p:nvSpPr>
        <p:spPr>
          <a:xfrm>
            <a:off x="2426698" y="2827958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CF3BD4-DEF5-ACE4-2F31-5B69B168B879}"/>
              </a:ext>
            </a:extLst>
          </p:cNvPr>
          <p:cNvCxnSpPr>
            <a:cxnSpLocks/>
          </p:cNvCxnSpPr>
          <p:nvPr/>
        </p:nvCxnSpPr>
        <p:spPr>
          <a:xfrm>
            <a:off x="2326994" y="2299813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35715F5-CA49-9C36-F753-2FE6EAA88D55}"/>
              </a:ext>
            </a:extLst>
          </p:cNvPr>
          <p:cNvCxnSpPr>
            <a:cxnSpLocks/>
          </p:cNvCxnSpPr>
          <p:nvPr/>
        </p:nvCxnSpPr>
        <p:spPr>
          <a:xfrm flipH="1">
            <a:off x="3010912" y="229981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4BCCEC3-D26C-D78A-DC59-CB029C12E5FA}"/>
              </a:ext>
            </a:extLst>
          </p:cNvPr>
          <p:cNvSpPr/>
          <p:nvPr/>
        </p:nvSpPr>
        <p:spPr>
          <a:xfrm>
            <a:off x="2822512" y="2827958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67CD4DB-3CCE-E91A-B80A-6B37B25943DB}"/>
              </a:ext>
            </a:extLst>
          </p:cNvPr>
          <p:cNvSpPr/>
          <p:nvPr/>
        </p:nvSpPr>
        <p:spPr>
          <a:xfrm>
            <a:off x="3292038" y="2827958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37A32D3-1648-C4F8-0D33-14C0A5B50165}"/>
              </a:ext>
            </a:extLst>
          </p:cNvPr>
          <p:cNvCxnSpPr>
            <a:cxnSpLocks/>
          </p:cNvCxnSpPr>
          <p:nvPr/>
        </p:nvCxnSpPr>
        <p:spPr>
          <a:xfrm>
            <a:off x="3192338" y="229981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4A5B1B2-835D-68E4-01B8-3AB175F0CEB4}"/>
              </a:ext>
            </a:extLst>
          </p:cNvPr>
          <p:cNvCxnSpPr>
            <a:cxnSpLocks/>
          </p:cNvCxnSpPr>
          <p:nvPr/>
        </p:nvCxnSpPr>
        <p:spPr>
          <a:xfrm>
            <a:off x="1839014" y="150130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5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001CB1-4397-4B56-A399-F7BBD944B49C}"/>
              </a:ext>
            </a:extLst>
          </p:cNvPr>
          <p:cNvCxnSpPr>
            <a:cxnSpLocks/>
          </p:cNvCxnSpPr>
          <p:nvPr/>
        </p:nvCxnSpPr>
        <p:spPr>
          <a:xfrm flipH="1" flipV="1">
            <a:off x="1108590" y="2483130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14911E-E4E0-4300-9129-D647602492C3}"/>
              </a:ext>
            </a:extLst>
          </p:cNvPr>
          <p:cNvCxnSpPr>
            <a:cxnSpLocks/>
          </p:cNvCxnSpPr>
          <p:nvPr/>
        </p:nvCxnSpPr>
        <p:spPr>
          <a:xfrm flipV="1">
            <a:off x="1860376" y="2483130"/>
            <a:ext cx="751786" cy="565080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4908360-2998-4827-8B6B-BED5D896B4DD}"/>
              </a:ext>
            </a:extLst>
          </p:cNvPr>
          <p:cNvSpPr/>
          <p:nvPr/>
        </p:nvSpPr>
        <p:spPr>
          <a:xfrm>
            <a:off x="701428" y="197318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59DC2E-2698-42A7-8053-09F35C6259F6}"/>
              </a:ext>
            </a:extLst>
          </p:cNvPr>
          <p:cNvSpPr/>
          <p:nvPr/>
        </p:nvSpPr>
        <p:spPr>
          <a:xfrm>
            <a:off x="2522431" y="1973181"/>
            <a:ext cx="457200" cy="4572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9449B9-A1B0-410D-B9A0-E20B913313A4}"/>
              </a:ext>
            </a:extLst>
          </p:cNvPr>
          <p:cNvCxnSpPr>
            <a:cxnSpLocks/>
          </p:cNvCxnSpPr>
          <p:nvPr/>
        </p:nvCxnSpPr>
        <p:spPr>
          <a:xfrm flipH="1" flipV="1">
            <a:off x="615604" y="1433556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ABE87C-60FF-452B-8BD1-86D8F09C56A7}"/>
              </a:ext>
            </a:extLst>
          </p:cNvPr>
          <p:cNvCxnSpPr>
            <a:cxnSpLocks/>
          </p:cNvCxnSpPr>
          <p:nvPr/>
        </p:nvCxnSpPr>
        <p:spPr>
          <a:xfrm flipV="1">
            <a:off x="912926" y="1428044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69C964-D5D7-4CD9-8F29-B154AEC7D7C2}"/>
              </a:ext>
            </a:extLst>
          </p:cNvPr>
          <p:cNvCxnSpPr>
            <a:cxnSpLocks/>
          </p:cNvCxnSpPr>
          <p:nvPr/>
        </p:nvCxnSpPr>
        <p:spPr>
          <a:xfrm flipH="1" flipV="1">
            <a:off x="2438809" y="1428044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B99ABE-A0CF-41F3-8060-AA51DD80FE15}"/>
              </a:ext>
            </a:extLst>
          </p:cNvPr>
          <p:cNvCxnSpPr>
            <a:cxnSpLocks/>
          </p:cNvCxnSpPr>
          <p:nvPr/>
        </p:nvCxnSpPr>
        <p:spPr>
          <a:xfrm flipV="1">
            <a:off x="2736131" y="1422532"/>
            <a:ext cx="297321" cy="420736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BD075014-60E7-416A-A055-F20EE65BF7F5}"/>
              </a:ext>
            </a:extLst>
          </p:cNvPr>
          <p:cNvSpPr/>
          <p:nvPr/>
        </p:nvSpPr>
        <p:spPr>
          <a:xfrm>
            <a:off x="422835" y="1097036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434500-F596-4151-9213-43489D1C3E15}"/>
              </a:ext>
            </a:extLst>
          </p:cNvPr>
          <p:cNvSpPr/>
          <p:nvPr/>
        </p:nvSpPr>
        <p:spPr>
          <a:xfrm>
            <a:off x="1154355" y="1104980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F1EBC2-234E-4B75-9268-A799D4CA859A}"/>
              </a:ext>
            </a:extLst>
          </p:cNvPr>
          <p:cNvSpPr/>
          <p:nvPr/>
        </p:nvSpPr>
        <p:spPr>
          <a:xfrm>
            <a:off x="2226746" y="1104980"/>
            <a:ext cx="274320" cy="2743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CC6117-6E17-4566-97D1-7A9013ACE0ED}"/>
              </a:ext>
            </a:extLst>
          </p:cNvPr>
          <p:cNvSpPr/>
          <p:nvPr/>
        </p:nvSpPr>
        <p:spPr>
          <a:xfrm>
            <a:off x="2958266" y="1104980"/>
            <a:ext cx="274320" cy="27432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3BEF86-D72C-4109-B175-8B7C9304AC2E}"/>
              </a:ext>
            </a:extLst>
          </p:cNvPr>
          <p:cNvCxnSpPr>
            <a:cxnSpLocks/>
          </p:cNvCxnSpPr>
          <p:nvPr/>
        </p:nvCxnSpPr>
        <p:spPr>
          <a:xfrm flipH="1" flipV="1">
            <a:off x="373638" y="520951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9AF70A-15F5-44A4-98E5-EEEDD5BDDAED}"/>
              </a:ext>
            </a:extLst>
          </p:cNvPr>
          <p:cNvCxnSpPr>
            <a:cxnSpLocks/>
          </p:cNvCxnSpPr>
          <p:nvPr/>
        </p:nvCxnSpPr>
        <p:spPr>
          <a:xfrm flipV="1">
            <a:off x="555064" y="520951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487CC0-C03A-464A-AFDE-87508CCBBF8F}"/>
                  </a:ext>
                </a:extLst>
              </p:cNvPr>
              <p:cNvSpPr txBox="1"/>
              <p:nvPr/>
            </p:nvSpPr>
            <p:spPr>
              <a:xfrm>
                <a:off x="156298" y="192706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487CC0-C03A-464A-AFDE-87508CCBB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98" y="192706"/>
                <a:ext cx="434680" cy="276999"/>
              </a:xfrm>
              <a:prstGeom prst="rect">
                <a:avLst/>
              </a:prstGeom>
              <a:blipFill>
                <a:blip r:embed="rId2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5D2D218-C7CA-4993-8BB2-94B950583D31}"/>
                  </a:ext>
                </a:extLst>
              </p:cNvPr>
              <p:cNvSpPr txBox="1"/>
              <p:nvPr/>
            </p:nvSpPr>
            <p:spPr>
              <a:xfrm>
                <a:off x="555064" y="192706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5D2D218-C7CA-4993-8BB2-94B950583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64" y="192706"/>
                <a:ext cx="434680" cy="276999"/>
              </a:xfrm>
              <a:prstGeom prst="rect">
                <a:avLst/>
              </a:prstGeom>
              <a:blipFill>
                <a:blip r:embed="rId3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79BB70-6955-4D39-B2A4-F562A7589704}"/>
              </a:ext>
            </a:extLst>
          </p:cNvPr>
          <p:cNvCxnSpPr>
            <a:cxnSpLocks/>
          </p:cNvCxnSpPr>
          <p:nvPr/>
        </p:nvCxnSpPr>
        <p:spPr>
          <a:xfrm flipH="1" flipV="1">
            <a:off x="1107824" y="51618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E5BA04-213A-4A1C-B7FF-192986B6F91A}"/>
              </a:ext>
            </a:extLst>
          </p:cNvPr>
          <p:cNvCxnSpPr>
            <a:cxnSpLocks/>
          </p:cNvCxnSpPr>
          <p:nvPr/>
        </p:nvCxnSpPr>
        <p:spPr>
          <a:xfrm flipV="1">
            <a:off x="1289250" y="51618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D40BED-AFED-42A6-B0A0-64204F4B2E20}"/>
                  </a:ext>
                </a:extLst>
              </p:cNvPr>
              <p:cNvSpPr txBox="1"/>
              <p:nvPr/>
            </p:nvSpPr>
            <p:spPr>
              <a:xfrm>
                <a:off x="890484" y="187940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D40BED-AFED-42A6-B0A0-64204F4B2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84" y="187940"/>
                <a:ext cx="434680" cy="276999"/>
              </a:xfrm>
              <a:prstGeom prst="rect">
                <a:avLst/>
              </a:prstGeom>
              <a:blipFill>
                <a:blip r:embed="rId4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72A21D-9A72-4E25-BC83-307666CB5533}"/>
                  </a:ext>
                </a:extLst>
              </p:cNvPr>
              <p:cNvSpPr txBox="1"/>
              <p:nvPr/>
            </p:nvSpPr>
            <p:spPr>
              <a:xfrm>
                <a:off x="1289250" y="187940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72A21D-9A72-4E25-BC83-307666CB5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250" y="187940"/>
                <a:ext cx="434680" cy="276999"/>
              </a:xfrm>
              <a:prstGeom prst="rect">
                <a:avLst/>
              </a:prstGeom>
              <a:blipFill>
                <a:blip r:embed="rId5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E5968E-B8EF-45C7-AD36-F8E8B94A1AB2}"/>
              </a:ext>
            </a:extLst>
          </p:cNvPr>
          <p:cNvCxnSpPr>
            <a:cxnSpLocks/>
          </p:cNvCxnSpPr>
          <p:nvPr/>
        </p:nvCxnSpPr>
        <p:spPr>
          <a:xfrm flipH="1" flipV="1">
            <a:off x="2175215" y="51618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97A1470-95FC-44F4-9346-0AFFCFFF2022}"/>
              </a:ext>
            </a:extLst>
          </p:cNvPr>
          <p:cNvCxnSpPr>
            <a:cxnSpLocks/>
          </p:cNvCxnSpPr>
          <p:nvPr/>
        </p:nvCxnSpPr>
        <p:spPr>
          <a:xfrm flipV="1">
            <a:off x="2356641" y="51618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9EFFE2-3D90-4B72-8372-93956173ABD6}"/>
                  </a:ext>
                </a:extLst>
              </p:cNvPr>
              <p:cNvSpPr txBox="1"/>
              <p:nvPr/>
            </p:nvSpPr>
            <p:spPr>
              <a:xfrm>
                <a:off x="1957875" y="187940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9EFFE2-3D90-4B72-8372-93956173A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875" y="187940"/>
                <a:ext cx="434680" cy="276999"/>
              </a:xfrm>
              <a:prstGeom prst="rect">
                <a:avLst/>
              </a:prstGeom>
              <a:blipFill>
                <a:blip r:embed="rId6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CD57B2-1BC0-49B6-983F-EFD13AF0C178}"/>
                  </a:ext>
                </a:extLst>
              </p:cNvPr>
              <p:cNvSpPr txBox="1"/>
              <p:nvPr/>
            </p:nvSpPr>
            <p:spPr>
              <a:xfrm>
                <a:off x="2356641" y="187940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CD57B2-1BC0-49B6-983F-EFD13AF0C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641" y="187940"/>
                <a:ext cx="434680" cy="276999"/>
              </a:xfrm>
              <a:prstGeom prst="rect">
                <a:avLst/>
              </a:prstGeom>
              <a:blipFill>
                <a:blip r:embed="rId7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233A03-1F80-439D-A5C7-40C5FDE4B08C}"/>
              </a:ext>
            </a:extLst>
          </p:cNvPr>
          <p:cNvCxnSpPr>
            <a:cxnSpLocks/>
          </p:cNvCxnSpPr>
          <p:nvPr/>
        </p:nvCxnSpPr>
        <p:spPr>
          <a:xfrm flipH="1" flipV="1">
            <a:off x="2907121" y="51618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7EEA026-B5BA-47D9-A387-6CC3C2CD565A}"/>
              </a:ext>
            </a:extLst>
          </p:cNvPr>
          <p:cNvCxnSpPr>
            <a:cxnSpLocks/>
          </p:cNvCxnSpPr>
          <p:nvPr/>
        </p:nvCxnSpPr>
        <p:spPr>
          <a:xfrm flipV="1">
            <a:off x="3088547" y="516185"/>
            <a:ext cx="181427" cy="467833"/>
          </a:xfrm>
          <a:prstGeom prst="straightConnector1">
            <a:avLst/>
          </a:prstGeom>
          <a:ln w="381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973C820-BCAE-4398-9AEF-D024ACF7529B}"/>
                  </a:ext>
                </a:extLst>
              </p:cNvPr>
              <p:cNvSpPr txBox="1"/>
              <p:nvPr/>
            </p:nvSpPr>
            <p:spPr>
              <a:xfrm>
                <a:off x="2689781" y="187940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973C820-BCAE-4398-9AEF-D024ACF75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81" y="187940"/>
                <a:ext cx="434680" cy="276999"/>
              </a:xfrm>
              <a:prstGeom prst="rect">
                <a:avLst/>
              </a:prstGeom>
              <a:blipFill>
                <a:blip r:embed="rId8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10A8C-D678-4979-8579-FDF12D335645}"/>
                  </a:ext>
                </a:extLst>
              </p:cNvPr>
              <p:cNvSpPr txBox="1"/>
              <p:nvPr/>
            </p:nvSpPr>
            <p:spPr>
              <a:xfrm>
                <a:off x="3088547" y="187940"/>
                <a:ext cx="4346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210A8C-D678-4979-8579-FDF12D335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547" y="187940"/>
                <a:ext cx="434680" cy="276999"/>
              </a:xfrm>
              <a:prstGeom prst="rect">
                <a:avLst/>
              </a:prstGeom>
              <a:blipFill>
                <a:blip r:embed="rId9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2829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40</Words>
  <Application>Microsoft Office PowerPoint</Application>
  <PresentationFormat>Custom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Quijano, Alex John</dc:creator>
  <cp:lastModifiedBy>Quijano, Alex John</cp:lastModifiedBy>
  <cp:revision>7</cp:revision>
  <dcterms:created xsi:type="dcterms:W3CDTF">2026-03-19T06:32:08Z</dcterms:created>
  <dcterms:modified xsi:type="dcterms:W3CDTF">2026-03-19T23:25:08Z</dcterms:modified>
</cp:coreProperties>
</file>