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1" r:id="rId2"/>
    <p:sldId id="262" r:id="rId3"/>
  </p:sldIdLst>
  <p:sldSz cx="3657600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2" autoAdjust="0"/>
    <p:restoredTop sz="94660"/>
  </p:normalViewPr>
  <p:slideViewPr>
    <p:cSldViewPr snapToGrid="0">
      <p:cViewPr varScale="1">
        <p:scale>
          <a:sx n="217" d="100"/>
          <a:sy n="217" d="100"/>
        </p:scale>
        <p:origin x="2592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523770"/>
            <a:ext cx="3108960" cy="1114213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680951"/>
            <a:ext cx="2743200" cy="772689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5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2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" y="797879"/>
            <a:ext cx="3154680" cy="133127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" y="2141750"/>
            <a:ext cx="3154680" cy="700087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91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851959"/>
            <a:ext cx="155448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" y="851959"/>
            <a:ext cx="155448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88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" y="170392"/>
            <a:ext cx="3154680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7" y="784543"/>
            <a:ext cx="1547336" cy="384492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7" y="1169035"/>
            <a:ext cx="1547336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" y="784543"/>
            <a:ext cx="1554956" cy="384492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" y="1169035"/>
            <a:ext cx="1554956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4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90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0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213360"/>
            <a:ext cx="1179671" cy="74676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" y="460799"/>
            <a:ext cx="1851660" cy="2274358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960120"/>
            <a:ext cx="1179671" cy="1778741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10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213360"/>
            <a:ext cx="1179671" cy="74676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" y="460799"/>
            <a:ext cx="1851660" cy="2274358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960120"/>
            <a:ext cx="1179671" cy="1778741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0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481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" y="170392"/>
            <a:ext cx="788670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" y="170392"/>
            <a:ext cx="2320290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7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170392"/>
            <a:ext cx="3154680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851959"/>
            <a:ext cx="3154680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2966297"/>
            <a:ext cx="82296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" y="2966297"/>
            <a:ext cx="123444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" y="2966297"/>
            <a:ext cx="82296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889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C793266-5DCA-4937-8547-0F686E216B11}"/>
              </a:ext>
            </a:extLst>
          </p:cNvPr>
          <p:cNvGrpSpPr/>
          <p:nvPr/>
        </p:nvGrpSpPr>
        <p:grpSpPr>
          <a:xfrm rot="16200000">
            <a:off x="-288463" y="1301242"/>
            <a:ext cx="1503572" cy="565080"/>
            <a:chOff x="1095773" y="526144"/>
            <a:chExt cx="1503572" cy="565080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7DED12D-D1AD-42DC-938B-12A8EFCDD7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5773" y="526144"/>
              <a:ext cx="751786" cy="56508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1131155-3B85-4E19-995F-6E9D08DEC990}"/>
                </a:ext>
              </a:extLst>
            </p:cNvPr>
            <p:cNvCxnSpPr>
              <a:cxnSpLocks/>
            </p:cNvCxnSpPr>
            <p:nvPr/>
          </p:nvCxnSpPr>
          <p:spPr>
            <a:xfrm>
              <a:off x="1847559" y="526144"/>
              <a:ext cx="751786" cy="56508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95E3477-3493-46DF-9219-3C0E29D396EA}"/>
              </a:ext>
            </a:extLst>
          </p:cNvPr>
          <p:cNvGrpSpPr/>
          <p:nvPr/>
        </p:nvGrpSpPr>
        <p:grpSpPr>
          <a:xfrm rot="16200000">
            <a:off x="1343127" y="618871"/>
            <a:ext cx="594643" cy="426248"/>
            <a:chOff x="1724525" y="851650"/>
            <a:chExt cx="594643" cy="426248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53552A0-27EB-4827-8E62-6842BB885A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4525" y="857162"/>
              <a:ext cx="297321" cy="420736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7DE5078-99E8-415F-828D-E1E5146E0E27}"/>
                </a:ext>
              </a:extLst>
            </p:cNvPr>
            <p:cNvCxnSpPr>
              <a:cxnSpLocks/>
            </p:cNvCxnSpPr>
            <p:nvPr/>
          </p:nvCxnSpPr>
          <p:spPr>
            <a:xfrm>
              <a:off x="2021847" y="851650"/>
              <a:ext cx="297321" cy="420736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47F494-B354-4F82-90AB-8AB103916B9D}"/>
              </a:ext>
            </a:extLst>
          </p:cNvPr>
          <p:cNvGrpSpPr/>
          <p:nvPr/>
        </p:nvGrpSpPr>
        <p:grpSpPr>
          <a:xfrm rot="16200000">
            <a:off x="1337614" y="2182591"/>
            <a:ext cx="594643" cy="426248"/>
            <a:chOff x="1724525" y="851650"/>
            <a:chExt cx="594643" cy="426248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36F350D-6B50-47D4-8EA2-0C4A946BC8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4525" y="857162"/>
              <a:ext cx="297321" cy="420736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7B299D9-1A9D-459E-8E85-65BFA930AB25}"/>
                </a:ext>
              </a:extLst>
            </p:cNvPr>
            <p:cNvCxnSpPr>
              <a:cxnSpLocks/>
            </p:cNvCxnSpPr>
            <p:nvPr/>
          </p:nvCxnSpPr>
          <p:spPr>
            <a:xfrm>
              <a:off x="2021847" y="851650"/>
              <a:ext cx="297321" cy="420736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6881EB1-2425-4B83-88A2-B881E0B3AF5A}"/>
                  </a:ext>
                </a:extLst>
              </p:cNvPr>
              <p:cNvSpPr txBox="1"/>
              <p:nvPr/>
            </p:nvSpPr>
            <p:spPr>
              <a:xfrm>
                <a:off x="868635" y="616551"/>
                <a:ext cx="4346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6881EB1-2425-4B83-88A2-B881E0B3A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35" y="616551"/>
                <a:ext cx="434680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167FFB-77D5-432E-AA4C-5399E6B46D57}"/>
                  </a:ext>
                </a:extLst>
              </p:cNvPr>
              <p:cNvSpPr txBox="1"/>
              <p:nvPr/>
            </p:nvSpPr>
            <p:spPr>
              <a:xfrm>
                <a:off x="868634" y="2120124"/>
                <a:ext cx="4346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167FFB-77D5-432E-AA4C-5399E6B46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34" y="2120124"/>
                <a:ext cx="43468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E61B19A9-1608-450A-95A6-4D88D30D9698}"/>
              </a:ext>
            </a:extLst>
          </p:cNvPr>
          <p:cNvSpPr/>
          <p:nvPr/>
        </p:nvSpPr>
        <p:spPr>
          <a:xfrm>
            <a:off x="1984808" y="226134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43203D-0B4D-49DA-9B44-D19A3CF1D154}"/>
              </a:ext>
            </a:extLst>
          </p:cNvPr>
          <p:cNvSpPr/>
          <p:nvPr/>
        </p:nvSpPr>
        <p:spPr>
          <a:xfrm>
            <a:off x="1984808" y="979289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52FD2A5-D403-446B-A3C3-38C761C34E52}"/>
              </a:ext>
            </a:extLst>
          </p:cNvPr>
          <p:cNvSpPr/>
          <p:nvPr/>
        </p:nvSpPr>
        <p:spPr>
          <a:xfrm>
            <a:off x="1984808" y="1789549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0E094D3-6C2F-4BAE-96FB-709D39F3A256}"/>
              </a:ext>
            </a:extLst>
          </p:cNvPr>
          <p:cNvSpPr/>
          <p:nvPr/>
        </p:nvSpPr>
        <p:spPr>
          <a:xfrm>
            <a:off x="1984808" y="2542704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85095D8-155A-4C68-976F-87FC5F8014F2}"/>
                  </a:ext>
                </a:extLst>
              </p:cNvPr>
              <p:cNvSpPr txBox="1"/>
              <p:nvPr/>
            </p:nvSpPr>
            <p:spPr>
              <a:xfrm>
                <a:off x="2474201" y="362401"/>
                <a:ext cx="105093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</m:d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85095D8-155A-4C68-976F-87FC5F801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201" y="362401"/>
                <a:ext cx="1050936" cy="184666"/>
              </a:xfrm>
              <a:prstGeom prst="rect">
                <a:avLst/>
              </a:prstGeom>
              <a:blipFill>
                <a:blip r:embed="rId4"/>
                <a:stretch>
                  <a:fillRect l="-581" t="-3226" r="-2907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4E606ECB-F038-40CF-975E-09C90D7FA417}"/>
              </a:ext>
            </a:extLst>
          </p:cNvPr>
          <p:cNvSpPr/>
          <p:nvPr/>
        </p:nvSpPr>
        <p:spPr>
          <a:xfrm>
            <a:off x="3096057" y="409014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5B0E228-C443-4E14-9CD2-6A96182AF81A}"/>
                  </a:ext>
                </a:extLst>
              </p:cNvPr>
              <p:cNvSpPr txBox="1"/>
              <p:nvPr/>
            </p:nvSpPr>
            <p:spPr>
              <a:xfrm>
                <a:off x="2474201" y="1115556"/>
                <a:ext cx="105093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</m:d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5B0E228-C443-4E14-9CD2-6A96182AF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201" y="1115556"/>
                <a:ext cx="1050936" cy="184666"/>
              </a:xfrm>
              <a:prstGeom prst="rect">
                <a:avLst/>
              </a:prstGeom>
              <a:blipFill>
                <a:blip r:embed="rId5"/>
                <a:stretch>
                  <a:fillRect l="-581" t="-6667" r="-2907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32">
            <a:extLst>
              <a:ext uri="{FF2B5EF4-FFF2-40B4-BE49-F238E27FC236}">
                <a16:creationId xmlns:a16="http://schemas.microsoft.com/office/drawing/2014/main" id="{77A27F01-3A99-4DE0-888F-5706C05184AC}"/>
              </a:ext>
            </a:extLst>
          </p:cNvPr>
          <p:cNvSpPr/>
          <p:nvPr/>
        </p:nvSpPr>
        <p:spPr>
          <a:xfrm>
            <a:off x="3092427" y="1162169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0ECBB4D-53C6-45A9-9FE7-6DA376297C30}"/>
                  </a:ext>
                </a:extLst>
              </p:cNvPr>
              <p:cNvSpPr txBox="1"/>
              <p:nvPr/>
            </p:nvSpPr>
            <p:spPr>
              <a:xfrm>
                <a:off x="2474201" y="1925816"/>
                <a:ext cx="105093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</m:d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0ECBB4D-53C6-45A9-9FE7-6DA376297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201" y="1925816"/>
                <a:ext cx="1050936" cy="184666"/>
              </a:xfrm>
              <a:prstGeom prst="rect">
                <a:avLst/>
              </a:prstGeom>
              <a:blipFill>
                <a:blip r:embed="rId6"/>
                <a:stretch>
                  <a:fillRect l="-581" t="-6667" r="-2907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Oval 36">
            <a:extLst>
              <a:ext uri="{FF2B5EF4-FFF2-40B4-BE49-F238E27FC236}">
                <a16:creationId xmlns:a16="http://schemas.microsoft.com/office/drawing/2014/main" id="{B1C1CBB1-657C-4654-93BF-CBC06378E27D}"/>
              </a:ext>
            </a:extLst>
          </p:cNvPr>
          <p:cNvSpPr/>
          <p:nvPr/>
        </p:nvSpPr>
        <p:spPr>
          <a:xfrm>
            <a:off x="3096057" y="1972429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57CD2B2-278C-4643-AE42-86EDC661990F}"/>
                  </a:ext>
                </a:extLst>
              </p:cNvPr>
              <p:cNvSpPr txBox="1"/>
              <p:nvPr/>
            </p:nvSpPr>
            <p:spPr>
              <a:xfrm>
                <a:off x="2474201" y="2678971"/>
                <a:ext cx="105093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</m:d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57CD2B2-278C-4643-AE42-86EDC6619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201" y="2678971"/>
                <a:ext cx="1050936" cy="184666"/>
              </a:xfrm>
              <a:prstGeom prst="rect">
                <a:avLst/>
              </a:prstGeom>
              <a:blipFill>
                <a:blip r:embed="rId7"/>
                <a:stretch>
                  <a:fillRect l="-581" t="-3226" r="-2907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val 38">
            <a:extLst>
              <a:ext uri="{FF2B5EF4-FFF2-40B4-BE49-F238E27FC236}">
                <a16:creationId xmlns:a16="http://schemas.microsoft.com/office/drawing/2014/main" id="{62B4F95F-CC6D-46B8-B88F-990CF48FD9A5}"/>
              </a:ext>
            </a:extLst>
          </p:cNvPr>
          <p:cNvSpPr/>
          <p:nvPr/>
        </p:nvSpPr>
        <p:spPr>
          <a:xfrm>
            <a:off x="3092427" y="2725584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525159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2FBDEA6-B9FE-4C1C-8E85-C51E40BC65B3}"/>
              </a:ext>
            </a:extLst>
          </p:cNvPr>
          <p:cNvGrpSpPr/>
          <p:nvPr/>
        </p:nvGrpSpPr>
        <p:grpSpPr>
          <a:xfrm rot="5400000" flipH="1">
            <a:off x="2437644" y="1317660"/>
            <a:ext cx="1503572" cy="565080"/>
            <a:chOff x="1095773" y="526144"/>
            <a:chExt cx="1503572" cy="56508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277F5C87-BF08-488E-84B4-83E8EEEE1F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5773" y="526144"/>
              <a:ext cx="751786" cy="56508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274CD70-FA19-4E08-9465-645D7B0D5925}"/>
                </a:ext>
              </a:extLst>
            </p:cNvPr>
            <p:cNvCxnSpPr>
              <a:cxnSpLocks/>
            </p:cNvCxnSpPr>
            <p:nvPr/>
          </p:nvCxnSpPr>
          <p:spPr>
            <a:xfrm>
              <a:off x="1847559" y="526144"/>
              <a:ext cx="751786" cy="56508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5A8AD61C-07DA-4E2E-89D8-D7B9B78747FE}"/>
              </a:ext>
            </a:extLst>
          </p:cNvPr>
          <p:cNvSpPr/>
          <p:nvPr/>
        </p:nvSpPr>
        <p:spPr>
          <a:xfrm>
            <a:off x="2328014" y="619814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46D90DF-6598-4A82-B0F8-BD7EF96BE6F0}"/>
              </a:ext>
            </a:extLst>
          </p:cNvPr>
          <p:cNvSpPr/>
          <p:nvPr/>
        </p:nvSpPr>
        <p:spPr>
          <a:xfrm>
            <a:off x="2328014" y="2123386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F2C2188-0D57-4994-B6B6-426CEFFDBE1D}"/>
              </a:ext>
            </a:extLst>
          </p:cNvPr>
          <p:cNvGrpSpPr/>
          <p:nvPr/>
        </p:nvGrpSpPr>
        <p:grpSpPr>
          <a:xfrm rot="5400000" flipH="1">
            <a:off x="1604117" y="635289"/>
            <a:ext cx="594643" cy="426248"/>
            <a:chOff x="1724525" y="851650"/>
            <a:chExt cx="594643" cy="426248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498CDDE-D4D8-4F35-9167-5E5956B121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4525" y="857162"/>
              <a:ext cx="297321" cy="420736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322121D-FF51-4096-BC10-D89D4F58296F}"/>
                </a:ext>
              </a:extLst>
            </p:cNvPr>
            <p:cNvCxnSpPr>
              <a:cxnSpLocks/>
            </p:cNvCxnSpPr>
            <p:nvPr/>
          </p:nvCxnSpPr>
          <p:spPr>
            <a:xfrm>
              <a:off x="2021847" y="851650"/>
              <a:ext cx="297321" cy="420736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DAB37F-69AE-42AB-BE3F-1597E2624FDD}"/>
              </a:ext>
            </a:extLst>
          </p:cNvPr>
          <p:cNvGrpSpPr/>
          <p:nvPr/>
        </p:nvGrpSpPr>
        <p:grpSpPr>
          <a:xfrm rot="5400000" flipH="1">
            <a:off x="1604116" y="2138863"/>
            <a:ext cx="594643" cy="426248"/>
            <a:chOff x="1724525" y="851650"/>
            <a:chExt cx="594643" cy="426248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8C548B9-B27D-46F6-A648-9C6200AD6C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4525" y="857162"/>
              <a:ext cx="297321" cy="420736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A54C481-2CD2-4ADB-BACC-59B67AEE815D}"/>
                </a:ext>
              </a:extLst>
            </p:cNvPr>
            <p:cNvCxnSpPr>
              <a:cxnSpLocks/>
            </p:cNvCxnSpPr>
            <p:nvPr/>
          </p:nvCxnSpPr>
          <p:spPr>
            <a:xfrm>
              <a:off x="2021847" y="851650"/>
              <a:ext cx="297321" cy="420736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11198FE-5156-44C3-B2D2-BC7E64920458}"/>
                  </a:ext>
                </a:extLst>
              </p:cNvPr>
              <p:cNvSpPr txBox="1"/>
              <p:nvPr/>
            </p:nvSpPr>
            <p:spPr>
              <a:xfrm>
                <a:off x="1256390" y="314282"/>
                <a:ext cx="4346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11198FE-5156-44C3-B2D2-BC7E64920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390" y="314282"/>
                <a:ext cx="434680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933CBD5-6397-4CB2-AC09-3ACFB4A68F59}"/>
                  </a:ext>
                </a:extLst>
              </p:cNvPr>
              <p:cNvSpPr txBox="1"/>
              <p:nvPr/>
            </p:nvSpPr>
            <p:spPr>
              <a:xfrm>
                <a:off x="1248122" y="908926"/>
                <a:ext cx="4346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933CBD5-6397-4CB2-AC09-3ACFB4A68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122" y="908926"/>
                <a:ext cx="43468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4ADD131-273D-4BC9-9B42-2C30B1E231B9}"/>
                  </a:ext>
                </a:extLst>
              </p:cNvPr>
              <p:cNvSpPr txBox="1"/>
              <p:nvPr/>
            </p:nvSpPr>
            <p:spPr>
              <a:xfrm>
                <a:off x="1256389" y="1817857"/>
                <a:ext cx="4346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4ADD131-273D-4BC9-9B42-2C30B1E23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389" y="1817857"/>
                <a:ext cx="43468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2C2746-AED1-48F7-835D-F7271077B973}"/>
                  </a:ext>
                </a:extLst>
              </p:cNvPr>
              <p:cNvSpPr txBox="1"/>
              <p:nvPr/>
            </p:nvSpPr>
            <p:spPr>
              <a:xfrm>
                <a:off x="1256389" y="2412501"/>
                <a:ext cx="4346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2C2746-AED1-48F7-835D-F7271077B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389" y="2412501"/>
                <a:ext cx="43468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FB13BE-F9E2-42E1-B694-63E864813EFD}"/>
                  </a:ext>
                </a:extLst>
              </p:cNvPr>
              <p:cNvSpPr txBox="1"/>
              <p:nvPr/>
            </p:nvSpPr>
            <p:spPr>
              <a:xfrm>
                <a:off x="228896" y="458758"/>
                <a:ext cx="963242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</m:t>
                          </m:r>
                        </m:e>
                      </m:d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</m:e>
                            <m:sub>
                              <m:r>
                                <a:rPr lang="en-US" sz="1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)</m:t>
                      </m:r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FB13BE-F9E2-42E1-B694-63E864813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96" y="458758"/>
                <a:ext cx="963242" cy="184666"/>
              </a:xfrm>
              <a:prstGeom prst="rect">
                <a:avLst/>
              </a:prstGeom>
              <a:blipFill>
                <a:blip r:embed="rId6"/>
                <a:stretch>
                  <a:fillRect l="-3165" t="-3226" r="-5063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74713278-4DA3-43F2-8F13-46A8C9B94644}"/>
              </a:ext>
            </a:extLst>
          </p:cNvPr>
          <p:cNvSpPr/>
          <p:nvPr/>
        </p:nvSpPr>
        <p:spPr>
          <a:xfrm>
            <a:off x="440105" y="505371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8DF8A62-AB46-4106-9F59-AB03A25BC2EF}"/>
              </a:ext>
            </a:extLst>
          </p:cNvPr>
          <p:cNvSpPr/>
          <p:nvPr/>
        </p:nvSpPr>
        <p:spPr>
          <a:xfrm>
            <a:off x="994989" y="513917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FE248CC-111F-4503-B099-DB7ED4C2F7D8}"/>
                  </a:ext>
                </a:extLst>
              </p:cNvPr>
              <p:cNvSpPr txBox="1"/>
              <p:nvPr/>
            </p:nvSpPr>
            <p:spPr>
              <a:xfrm>
                <a:off x="224042" y="1058738"/>
                <a:ext cx="963242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</m:t>
                          </m:r>
                        </m:e>
                      </m:d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</m:e>
                            <m:sub>
                              <m:r>
                                <a:rPr lang="en-US" sz="1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)</m:t>
                      </m:r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FE248CC-111F-4503-B099-DB7ED4C2F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042" y="1058738"/>
                <a:ext cx="963242" cy="184666"/>
              </a:xfrm>
              <a:prstGeom prst="rect">
                <a:avLst/>
              </a:prstGeom>
              <a:blipFill>
                <a:blip r:embed="rId7"/>
                <a:stretch>
                  <a:fillRect l="-3165" t="-6667" r="-5063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B71266B0-935B-4001-B654-46DA20EA594F}"/>
              </a:ext>
            </a:extLst>
          </p:cNvPr>
          <p:cNvSpPr/>
          <p:nvPr/>
        </p:nvSpPr>
        <p:spPr>
          <a:xfrm>
            <a:off x="434383" y="1111551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02F9060-2AC6-4E3F-8123-D5F5CE010FE0}"/>
              </a:ext>
            </a:extLst>
          </p:cNvPr>
          <p:cNvSpPr/>
          <p:nvPr/>
        </p:nvSpPr>
        <p:spPr>
          <a:xfrm>
            <a:off x="989267" y="1120097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0021A61-F6D1-427C-9979-191D733AE039}"/>
                  </a:ext>
                </a:extLst>
              </p:cNvPr>
              <p:cNvSpPr txBox="1"/>
              <p:nvPr/>
            </p:nvSpPr>
            <p:spPr>
              <a:xfrm>
                <a:off x="234736" y="1956996"/>
                <a:ext cx="963242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</m:t>
                          </m:r>
                        </m:e>
                      </m:d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</m:e>
                            <m:sub>
                              <m:r>
                                <a:rPr lang="en-US" sz="12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)</m:t>
                      </m:r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0021A61-F6D1-427C-9979-191D733AE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36" y="1956996"/>
                <a:ext cx="963242" cy="184666"/>
              </a:xfrm>
              <a:prstGeom prst="rect">
                <a:avLst/>
              </a:prstGeom>
              <a:blipFill>
                <a:blip r:embed="rId8"/>
                <a:stretch>
                  <a:fillRect l="-3165" t="-3333" r="-5063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7A3AADD-E4F5-4060-AC1E-0806D708F503}"/>
                  </a:ext>
                </a:extLst>
              </p:cNvPr>
              <p:cNvSpPr txBox="1"/>
              <p:nvPr/>
            </p:nvSpPr>
            <p:spPr>
              <a:xfrm>
                <a:off x="229882" y="2556976"/>
                <a:ext cx="963242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</m:t>
                          </m:r>
                        </m:e>
                      </m:d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</m:e>
                            <m:sub>
                              <m:r>
                                <a:rPr lang="en-US" sz="12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)</m:t>
                      </m:r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7A3AADD-E4F5-4060-AC1E-0806D708F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82" y="2556976"/>
                <a:ext cx="963242" cy="184666"/>
              </a:xfrm>
              <a:prstGeom prst="rect">
                <a:avLst/>
              </a:prstGeom>
              <a:blipFill>
                <a:blip r:embed="rId9"/>
                <a:stretch>
                  <a:fillRect l="-3165" t="-3226" r="-5063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val 38">
            <a:extLst>
              <a:ext uri="{FF2B5EF4-FFF2-40B4-BE49-F238E27FC236}">
                <a16:creationId xmlns:a16="http://schemas.microsoft.com/office/drawing/2014/main" id="{22D508AE-31DA-46D8-9B01-4E7096FA0CE6}"/>
              </a:ext>
            </a:extLst>
          </p:cNvPr>
          <p:cNvSpPr/>
          <p:nvPr/>
        </p:nvSpPr>
        <p:spPr>
          <a:xfrm>
            <a:off x="447202" y="2007882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456FC0D-7F7B-4925-A449-71660D94C4BF}"/>
              </a:ext>
            </a:extLst>
          </p:cNvPr>
          <p:cNvSpPr/>
          <p:nvPr/>
        </p:nvSpPr>
        <p:spPr>
          <a:xfrm>
            <a:off x="997217" y="2016428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232F847-C994-459D-BDEA-44095BD98722}"/>
              </a:ext>
            </a:extLst>
          </p:cNvPr>
          <p:cNvSpPr/>
          <p:nvPr/>
        </p:nvSpPr>
        <p:spPr>
          <a:xfrm>
            <a:off x="445092" y="2606221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84BBD45-BBBA-4E21-8538-AEECF2505CAC}"/>
              </a:ext>
            </a:extLst>
          </p:cNvPr>
          <p:cNvSpPr/>
          <p:nvPr/>
        </p:nvSpPr>
        <p:spPr>
          <a:xfrm>
            <a:off x="995107" y="2614767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905020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</TotalTime>
  <Words>68</Words>
  <Application>Microsoft Office PowerPoint</Application>
  <PresentationFormat>Custom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Quijano, Alex John</dc:creator>
  <cp:lastModifiedBy>Quijano, Alex John</cp:lastModifiedBy>
  <cp:revision>44</cp:revision>
  <dcterms:created xsi:type="dcterms:W3CDTF">2026-03-19T06:32:08Z</dcterms:created>
  <dcterms:modified xsi:type="dcterms:W3CDTF">2026-03-21T20:12:01Z</dcterms:modified>
</cp:coreProperties>
</file>